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4"/>
  </p:notesMasterIdLst>
  <p:sldIdLst>
    <p:sldId id="256" r:id="rId2"/>
    <p:sldId id="258" r:id="rId3"/>
    <p:sldId id="259" r:id="rId4"/>
    <p:sldId id="260" r:id="rId5"/>
    <p:sldId id="261" r:id="rId6"/>
    <p:sldId id="262" r:id="rId7"/>
    <p:sldId id="272" r:id="rId8"/>
    <p:sldId id="263" r:id="rId9"/>
    <p:sldId id="264" r:id="rId10"/>
    <p:sldId id="266" r:id="rId11"/>
    <p:sldId id="267" r:id="rId12"/>
    <p:sldId id="271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BBEAFB"/>
    <a:srgbClr val="2190D2"/>
    <a:srgbClr val="2695D5"/>
    <a:srgbClr val="40ADE3"/>
    <a:srgbClr val="2796D5"/>
    <a:srgbClr val="6ED2F7"/>
    <a:srgbClr val="55B4F5"/>
    <a:srgbClr val="2B99D7"/>
    <a:srgbClr val="0036A2"/>
    <a:srgbClr val="E6E6E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67" d="100"/>
          <a:sy n="67" d="100"/>
        </p:scale>
        <p:origin x="834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microsoft.com/office/2016/11/relationships/changesInfo" Target="changesInfos/changesInfo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Wasif Ali" userId="1abc2021b29f482f" providerId="LiveId" clId="{E89D18FE-94E3-4229-B9EE-AE59984B8B9B}"/>
    <pc:docChg chg="undo custSel addSld delSld modSld sldOrd">
      <pc:chgData name="Wasif Ali" userId="1abc2021b29f482f" providerId="LiveId" clId="{E89D18FE-94E3-4229-B9EE-AE59984B8B9B}" dt="2025-12-27T17:10:29.116" v="302" actId="1076"/>
      <pc:docMkLst>
        <pc:docMk/>
      </pc:docMkLst>
      <pc:sldChg chg="addSp delSp modSp mod">
        <pc:chgData name="Wasif Ali" userId="1abc2021b29f482f" providerId="LiveId" clId="{E89D18FE-94E3-4229-B9EE-AE59984B8B9B}" dt="2025-12-27T16:22:49.636" v="146" actId="1076"/>
        <pc:sldMkLst>
          <pc:docMk/>
          <pc:sldMk cId="2665083528" sldId="256"/>
        </pc:sldMkLst>
        <pc:spChg chg="mod">
          <ac:chgData name="Wasif Ali" userId="1abc2021b29f482f" providerId="LiveId" clId="{E89D18FE-94E3-4229-B9EE-AE59984B8B9B}" dt="2025-12-27T16:22:49.636" v="146" actId="1076"/>
          <ac:spMkLst>
            <pc:docMk/>
            <pc:sldMk cId="2665083528" sldId="256"/>
            <ac:spMk id="4" creationId="{4DA0B879-0D58-4882-C759-FACA592D5CF4}"/>
          </ac:spMkLst>
        </pc:spChg>
        <pc:spChg chg="mod">
          <ac:chgData name="Wasif Ali" userId="1abc2021b29f482f" providerId="LiveId" clId="{E89D18FE-94E3-4229-B9EE-AE59984B8B9B}" dt="2025-12-26T16:52:12.363" v="38" actId="14100"/>
          <ac:spMkLst>
            <pc:docMk/>
            <pc:sldMk cId="2665083528" sldId="256"/>
            <ac:spMk id="10" creationId="{14ED7103-E89F-78E4-7F4A-11B5E36DBD7F}"/>
          </ac:spMkLst>
        </pc:spChg>
        <pc:picChg chg="mod modCrop">
          <ac:chgData name="Wasif Ali" userId="1abc2021b29f482f" providerId="LiveId" clId="{E89D18FE-94E3-4229-B9EE-AE59984B8B9B}" dt="2025-12-26T16:52:19.633" v="39" actId="1076"/>
          <ac:picMkLst>
            <pc:docMk/>
            <pc:sldMk cId="2665083528" sldId="256"/>
            <ac:picMk id="6" creationId="{00000000-0000-0000-0000-000000000000}"/>
          </ac:picMkLst>
        </pc:picChg>
        <pc:picChg chg="mod">
          <ac:chgData name="Wasif Ali" userId="1abc2021b29f482f" providerId="LiveId" clId="{E89D18FE-94E3-4229-B9EE-AE59984B8B9B}" dt="2025-12-26T16:52:27.365" v="40" actId="1076"/>
          <ac:picMkLst>
            <pc:docMk/>
            <pc:sldMk cId="2665083528" sldId="256"/>
            <ac:picMk id="11" creationId="{00000000-0000-0000-0000-000000000000}"/>
          </ac:picMkLst>
        </pc:picChg>
      </pc:sldChg>
      <pc:sldChg chg="modSp mod">
        <pc:chgData name="Wasif Ali" userId="1abc2021b29f482f" providerId="LiveId" clId="{E89D18FE-94E3-4229-B9EE-AE59984B8B9B}" dt="2025-12-27T17:06:17.523" v="282" actId="20577"/>
        <pc:sldMkLst>
          <pc:docMk/>
          <pc:sldMk cId="1096471254" sldId="258"/>
        </pc:sldMkLst>
        <pc:spChg chg="mod">
          <ac:chgData name="Wasif Ali" userId="1abc2021b29f482f" providerId="LiveId" clId="{E89D18FE-94E3-4229-B9EE-AE59984B8B9B}" dt="2025-12-26T16:52:48.038" v="41" actId="1076"/>
          <ac:spMkLst>
            <pc:docMk/>
            <pc:sldMk cId="1096471254" sldId="258"/>
            <ac:spMk id="5" creationId="{2AE37232-5370-653C-93DD-72E201FB33FE}"/>
          </ac:spMkLst>
        </pc:spChg>
        <pc:spChg chg="mod">
          <ac:chgData name="Wasif Ali" userId="1abc2021b29f482f" providerId="LiveId" clId="{E89D18FE-94E3-4229-B9EE-AE59984B8B9B}" dt="2025-12-26T17:05:57.199" v="43" actId="1076"/>
          <ac:spMkLst>
            <pc:docMk/>
            <pc:sldMk cId="1096471254" sldId="258"/>
            <ac:spMk id="6" creationId="{13B47F00-BA98-FBE3-1DFB-55870CA83309}"/>
          </ac:spMkLst>
        </pc:spChg>
        <pc:spChg chg="mod">
          <ac:chgData name="Wasif Ali" userId="1abc2021b29f482f" providerId="LiveId" clId="{E89D18FE-94E3-4229-B9EE-AE59984B8B9B}" dt="2025-12-27T17:06:17.523" v="282" actId="20577"/>
          <ac:spMkLst>
            <pc:docMk/>
            <pc:sldMk cId="1096471254" sldId="258"/>
            <ac:spMk id="16" creationId="{643A93C8-CB3A-1581-DFBA-FE30535536F1}"/>
          </ac:spMkLst>
        </pc:spChg>
        <pc:spChg chg="mod">
          <ac:chgData name="Wasif Ali" userId="1abc2021b29f482f" providerId="LiveId" clId="{E89D18FE-94E3-4229-B9EE-AE59984B8B9B}" dt="2025-12-26T16:53:21.930" v="42" actId="20577"/>
          <ac:spMkLst>
            <pc:docMk/>
            <pc:sldMk cId="1096471254" sldId="258"/>
            <ac:spMk id="20" creationId="{00000000-0000-0000-0000-000000000000}"/>
          </ac:spMkLst>
        </pc:spChg>
        <pc:picChg chg="mod">
          <ac:chgData name="Wasif Ali" userId="1abc2021b29f482f" providerId="LiveId" clId="{E89D18FE-94E3-4229-B9EE-AE59984B8B9B}" dt="2025-12-27T11:21:13.024" v="61" actId="1076"/>
          <ac:picMkLst>
            <pc:docMk/>
            <pc:sldMk cId="1096471254" sldId="258"/>
            <ac:picMk id="1026" creationId="{00000000-0000-0000-0000-000000000000}"/>
          </ac:picMkLst>
        </pc:picChg>
        <pc:picChg chg="mod">
          <ac:chgData name="Wasif Ali" userId="1abc2021b29f482f" providerId="LiveId" clId="{E89D18FE-94E3-4229-B9EE-AE59984B8B9B}" dt="2025-12-27T11:21:31.804" v="65" actId="1076"/>
          <ac:picMkLst>
            <pc:docMk/>
            <pc:sldMk cId="1096471254" sldId="258"/>
            <ac:picMk id="1028" creationId="{00000000-0000-0000-0000-000000000000}"/>
          </ac:picMkLst>
        </pc:picChg>
        <pc:picChg chg="mod">
          <ac:chgData name="Wasif Ali" userId="1abc2021b29f482f" providerId="LiveId" clId="{E89D18FE-94E3-4229-B9EE-AE59984B8B9B}" dt="2025-12-27T11:21:33.379" v="66" actId="1076"/>
          <ac:picMkLst>
            <pc:docMk/>
            <pc:sldMk cId="1096471254" sldId="258"/>
            <ac:picMk id="1034" creationId="{00000000-0000-0000-0000-000000000000}"/>
          </ac:picMkLst>
        </pc:picChg>
        <pc:picChg chg="mod">
          <ac:chgData name="Wasif Ali" userId="1abc2021b29f482f" providerId="LiveId" clId="{E89D18FE-94E3-4229-B9EE-AE59984B8B9B}" dt="2025-12-27T11:21:42.805" v="67" actId="1076"/>
          <ac:picMkLst>
            <pc:docMk/>
            <pc:sldMk cId="1096471254" sldId="258"/>
            <ac:picMk id="1036" creationId="{00000000-0000-0000-0000-000000000000}"/>
          </ac:picMkLst>
        </pc:picChg>
      </pc:sldChg>
      <pc:sldChg chg="addSp modSp mod modAnim">
        <pc:chgData name="Wasif Ali" userId="1abc2021b29f482f" providerId="LiveId" clId="{E89D18FE-94E3-4229-B9EE-AE59984B8B9B}" dt="2025-12-27T17:07:05.008" v="284"/>
        <pc:sldMkLst>
          <pc:docMk/>
          <pc:sldMk cId="3888861116" sldId="259"/>
        </pc:sldMkLst>
        <pc:spChg chg="mod">
          <ac:chgData name="Wasif Ali" userId="1abc2021b29f482f" providerId="LiveId" clId="{E89D18FE-94E3-4229-B9EE-AE59984B8B9B}" dt="2025-12-27T17:06:13.160" v="280" actId="20577"/>
          <ac:spMkLst>
            <pc:docMk/>
            <pc:sldMk cId="3888861116" sldId="259"/>
            <ac:spMk id="2" creationId="{6FE46ACA-CE98-8078-ADF0-F1924CB7C84D}"/>
          </ac:spMkLst>
        </pc:spChg>
        <pc:spChg chg="mod">
          <ac:chgData name="Wasif Ali" userId="1abc2021b29f482f" providerId="LiveId" clId="{E89D18FE-94E3-4229-B9EE-AE59984B8B9B}" dt="2025-12-27T11:22:30.103" v="68" actId="1076"/>
          <ac:spMkLst>
            <pc:docMk/>
            <pc:sldMk cId="3888861116" sldId="259"/>
            <ac:spMk id="5" creationId="{795259E9-82EC-A2C9-CCF3-8762A33ECAF1}"/>
          </ac:spMkLst>
        </pc:spChg>
        <pc:spChg chg="mod">
          <ac:chgData name="Wasif Ali" userId="1abc2021b29f482f" providerId="LiveId" clId="{E89D18FE-94E3-4229-B9EE-AE59984B8B9B}" dt="2025-12-27T11:25:13.346" v="94" actId="1076"/>
          <ac:spMkLst>
            <pc:docMk/>
            <pc:sldMk cId="3888861116" sldId="259"/>
            <ac:spMk id="13" creationId="{00000000-0000-0000-0000-000000000000}"/>
          </ac:spMkLst>
        </pc:spChg>
        <pc:picChg chg="add mod">
          <ac:chgData name="Wasif Ali" userId="1abc2021b29f482f" providerId="LiveId" clId="{E89D18FE-94E3-4229-B9EE-AE59984B8B9B}" dt="2025-12-27T11:24:56.122" v="92" actId="1076"/>
          <ac:picMkLst>
            <pc:docMk/>
            <pc:sldMk cId="3888861116" sldId="259"/>
            <ac:picMk id="3" creationId="{2A37E71E-5299-2720-F41B-25CFDAD820BB}"/>
          </ac:picMkLst>
        </pc:picChg>
        <pc:picChg chg="mod">
          <ac:chgData name="Wasif Ali" userId="1abc2021b29f482f" providerId="LiveId" clId="{E89D18FE-94E3-4229-B9EE-AE59984B8B9B}" dt="2025-12-27T11:24:50.754" v="90" actId="1076"/>
          <ac:picMkLst>
            <pc:docMk/>
            <pc:sldMk cId="3888861116" sldId="259"/>
            <ac:picMk id="16" creationId="{B9EB1601-6B93-9440-E0FE-5F6778B4CCAA}"/>
          </ac:picMkLst>
        </pc:picChg>
        <pc:picChg chg="mod">
          <ac:chgData name="Wasif Ali" userId="1abc2021b29f482f" providerId="LiveId" clId="{E89D18FE-94E3-4229-B9EE-AE59984B8B9B}" dt="2025-12-27T11:25:02.304" v="93" actId="1076"/>
          <ac:picMkLst>
            <pc:docMk/>
            <pc:sldMk cId="3888861116" sldId="259"/>
            <ac:picMk id="19" creationId="{00000000-0000-0000-0000-000000000000}"/>
          </ac:picMkLst>
        </pc:picChg>
      </pc:sldChg>
      <pc:sldChg chg="addSp delSp modSp mod delAnim modAnim">
        <pc:chgData name="Wasif Ali" userId="1abc2021b29f482f" providerId="LiveId" clId="{E89D18FE-94E3-4229-B9EE-AE59984B8B9B}" dt="2025-12-27T17:07:15.684" v="285"/>
        <pc:sldMkLst>
          <pc:docMk/>
          <pc:sldMk cId="4288710785" sldId="260"/>
        </pc:sldMkLst>
        <pc:spChg chg="mod">
          <ac:chgData name="Wasif Ali" userId="1abc2021b29f482f" providerId="LiveId" clId="{E89D18FE-94E3-4229-B9EE-AE59984B8B9B}" dt="2025-12-27T17:06:09.699" v="278" actId="20577"/>
          <ac:spMkLst>
            <pc:docMk/>
            <pc:sldMk cId="4288710785" sldId="260"/>
            <ac:spMk id="3" creationId="{AE6123D5-1BBF-4D8D-25B8-E38FC413CC8A}"/>
          </ac:spMkLst>
        </pc:spChg>
        <pc:spChg chg="mod">
          <ac:chgData name="Wasif Ali" userId="1abc2021b29f482f" providerId="LiveId" clId="{E89D18FE-94E3-4229-B9EE-AE59984B8B9B}" dt="2025-12-26T17:06:33.835" v="44" actId="20577"/>
          <ac:spMkLst>
            <pc:docMk/>
            <pc:sldMk cId="4288710785" sldId="260"/>
            <ac:spMk id="11" creationId="{00000000-0000-0000-0000-000000000000}"/>
          </ac:spMkLst>
        </pc:spChg>
        <pc:picChg chg="add mod">
          <ac:chgData name="Wasif Ali" userId="1abc2021b29f482f" providerId="LiveId" clId="{E89D18FE-94E3-4229-B9EE-AE59984B8B9B}" dt="2025-12-27T11:26:47.278" v="108" actId="1076"/>
          <ac:picMkLst>
            <pc:docMk/>
            <pc:sldMk cId="4288710785" sldId="260"/>
            <ac:picMk id="4" creationId="{5503C63D-AA95-261C-6B6E-9DAD609775FE}"/>
          </ac:picMkLst>
        </pc:picChg>
        <pc:picChg chg="add mod">
          <ac:chgData name="Wasif Ali" userId="1abc2021b29f482f" providerId="LiveId" clId="{E89D18FE-94E3-4229-B9EE-AE59984B8B9B}" dt="2025-12-27T11:28:32.154" v="128" actId="1076"/>
          <ac:picMkLst>
            <pc:docMk/>
            <pc:sldMk cId="4288710785" sldId="260"/>
            <ac:picMk id="6" creationId="{4E192E22-E4D6-EE05-DFA6-51A307E2BC7B}"/>
          </ac:picMkLst>
        </pc:picChg>
        <pc:picChg chg="mod">
          <ac:chgData name="Wasif Ali" userId="1abc2021b29f482f" providerId="LiveId" clId="{E89D18FE-94E3-4229-B9EE-AE59984B8B9B}" dt="2025-12-27T11:28:19.390" v="121" actId="1076"/>
          <ac:picMkLst>
            <pc:docMk/>
            <pc:sldMk cId="4288710785" sldId="260"/>
            <ac:picMk id="14" creationId="{00000000-0000-0000-0000-000000000000}"/>
          </ac:picMkLst>
        </pc:picChg>
        <pc:picChg chg="del mod">
          <ac:chgData name="Wasif Ali" userId="1abc2021b29f482f" providerId="LiveId" clId="{E89D18FE-94E3-4229-B9EE-AE59984B8B9B}" dt="2025-12-27T11:26:10.872" v="103" actId="478"/>
          <ac:picMkLst>
            <pc:docMk/>
            <pc:sldMk cId="4288710785" sldId="260"/>
            <ac:picMk id="15" creationId="{00000000-0000-0000-0000-000000000000}"/>
          </ac:picMkLst>
        </pc:picChg>
        <pc:picChg chg="add mod">
          <ac:chgData name="Wasif Ali" userId="1abc2021b29f482f" providerId="LiveId" clId="{E89D18FE-94E3-4229-B9EE-AE59984B8B9B}" dt="2025-12-27T11:28:28.477" v="126" actId="1076"/>
          <ac:picMkLst>
            <pc:docMk/>
            <pc:sldMk cId="4288710785" sldId="260"/>
            <ac:picMk id="1026" creationId="{1A68E78B-BC27-5AAE-3894-2843A798A14F}"/>
          </ac:picMkLst>
        </pc:picChg>
        <pc:picChg chg="add mod">
          <ac:chgData name="Wasif Ali" userId="1abc2021b29f482f" providerId="LiveId" clId="{E89D18FE-94E3-4229-B9EE-AE59984B8B9B}" dt="2025-12-27T11:28:30.636" v="127" actId="1076"/>
          <ac:picMkLst>
            <pc:docMk/>
            <pc:sldMk cId="4288710785" sldId="260"/>
            <ac:picMk id="1028" creationId="{D859628E-A057-C4E9-3F7F-75BDA45E7218}"/>
          </ac:picMkLst>
        </pc:picChg>
      </pc:sldChg>
      <pc:sldChg chg="addSp delSp modSp mod ord delAnim modAnim">
        <pc:chgData name="Wasif Ali" userId="1abc2021b29f482f" providerId="LiveId" clId="{E89D18FE-94E3-4229-B9EE-AE59984B8B9B}" dt="2025-12-27T17:06:52.121" v="283"/>
        <pc:sldMkLst>
          <pc:docMk/>
          <pc:sldMk cId="2993061914" sldId="261"/>
        </pc:sldMkLst>
        <pc:spChg chg="mod">
          <ac:chgData name="Wasif Ali" userId="1abc2021b29f482f" providerId="LiveId" clId="{E89D18FE-94E3-4229-B9EE-AE59984B8B9B}" dt="2025-12-27T17:06:05.769" v="276" actId="20577"/>
          <ac:spMkLst>
            <pc:docMk/>
            <pc:sldMk cId="2993061914" sldId="261"/>
            <ac:spMk id="3" creationId="{401F57C8-DFC4-D15F-BB28-3DC6F2D01B6F}"/>
          </ac:spMkLst>
        </pc:spChg>
        <pc:picChg chg="mod">
          <ac:chgData name="Wasif Ali" userId="1abc2021b29f482f" providerId="LiveId" clId="{E89D18FE-94E3-4229-B9EE-AE59984B8B9B}" dt="2025-12-27T11:28:44.220" v="129" actId="1076"/>
          <ac:picMkLst>
            <pc:docMk/>
            <pc:sldMk cId="2993061914" sldId="261"/>
            <ac:picMk id="7" creationId="{00000000-0000-0000-0000-000000000000}"/>
          </ac:picMkLst>
        </pc:picChg>
        <pc:picChg chg="del">
          <ac:chgData name="Wasif Ali" userId="1abc2021b29f482f" providerId="LiveId" clId="{E89D18FE-94E3-4229-B9EE-AE59984B8B9B}" dt="2025-12-27T11:28:46.489" v="130" actId="478"/>
          <ac:picMkLst>
            <pc:docMk/>
            <pc:sldMk cId="2993061914" sldId="261"/>
            <ac:picMk id="8" creationId="{B9EB1601-6B93-9440-E0FE-5F6778B4CCAA}"/>
          </ac:picMkLst>
        </pc:picChg>
        <pc:picChg chg="add mod">
          <ac:chgData name="Wasif Ali" userId="1abc2021b29f482f" providerId="LiveId" clId="{E89D18FE-94E3-4229-B9EE-AE59984B8B9B}" dt="2025-12-27T11:30:30.620" v="137" actId="1076"/>
          <ac:picMkLst>
            <pc:docMk/>
            <pc:sldMk cId="2993061914" sldId="261"/>
            <ac:picMk id="9" creationId="{5458937D-CA04-25C9-F2B6-B6C53159869B}"/>
          </ac:picMkLst>
        </pc:picChg>
        <pc:picChg chg="mod">
          <ac:chgData name="Wasif Ali" userId="1abc2021b29f482f" providerId="LiveId" clId="{E89D18FE-94E3-4229-B9EE-AE59984B8B9B}" dt="2025-12-27T11:30:46.786" v="138" actId="1076"/>
          <ac:picMkLst>
            <pc:docMk/>
            <pc:sldMk cId="2993061914" sldId="261"/>
            <ac:picMk id="3075" creationId="{CF472742-B6DD-BE81-C140-1A9E44ECAD30}"/>
          </ac:picMkLst>
        </pc:picChg>
      </pc:sldChg>
      <pc:sldChg chg="addSp delSp modSp mod delAnim modAnim">
        <pc:chgData name="Wasif Ali" userId="1abc2021b29f482f" providerId="LiveId" clId="{E89D18FE-94E3-4229-B9EE-AE59984B8B9B}" dt="2025-12-27T17:07:29.136" v="286"/>
        <pc:sldMkLst>
          <pc:docMk/>
          <pc:sldMk cId="3384549231" sldId="262"/>
        </pc:sldMkLst>
        <pc:spChg chg="mod">
          <ac:chgData name="Wasif Ali" userId="1abc2021b29f482f" providerId="LiveId" clId="{E89D18FE-94E3-4229-B9EE-AE59984B8B9B}" dt="2025-12-27T17:06:01.317" v="274" actId="20577"/>
          <ac:spMkLst>
            <pc:docMk/>
            <pc:sldMk cId="3384549231" sldId="262"/>
            <ac:spMk id="6" creationId="{DC85AA9F-81D3-86C8-691D-7A57E264A931}"/>
          </ac:spMkLst>
        </pc:spChg>
        <pc:picChg chg="add mod">
          <ac:chgData name="Wasif Ali" userId="1abc2021b29f482f" providerId="LiveId" clId="{E89D18FE-94E3-4229-B9EE-AE59984B8B9B}" dt="2025-12-27T16:56:59.615" v="154" actId="1076"/>
          <ac:picMkLst>
            <pc:docMk/>
            <pc:sldMk cId="3384549231" sldId="262"/>
            <ac:picMk id="4" creationId="{C97DA118-A686-574B-A029-491FC1AD090E}"/>
          </ac:picMkLst>
        </pc:picChg>
        <pc:picChg chg="del">
          <ac:chgData name="Wasif Ali" userId="1abc2021b29f482f" providerId="LiveId" clId="{E89D18FE-94E3-4229-B9EE-AE59984B8B9B}" dt="2025-12-27T16:56:43.483" v="149" actId="478"/>
          <ac:picMkLst>
            <pc:docMk/>
            <pc:sldMk cId="3384549231" sldId="262"/>
            <ac:picMk id="8" creationId="{00000000-0000-0000-0000-000000000000}"/>
          </ac:picMkLst>
        </pc:picChg>
        <pc:picChg chg="del">
          <ac:chgData name="Wasif Ali" userId="1abc2021b29f482f" providerId="LiveId" clId="{E89D18FE-94E3-4229-B9EE-AE59984B8B9B}" dt="2025-12-27T16:56:39.893" v="147" actId="478"/>
          <ac:picMkLst>
            <pc:docMk/>
            <pc:sldMk cId="3384549231" sldId="262"/>
            <ac:picMk id="3074" creationId="{351AD455-E0CD-F2CA-D1D3-5FE7CF5109BF}"/>
          </ac:picMkLst>
        </pc:picChg>
        <pc:picChg chg="del">
          <ac:chgData name="Wasif Ali" userId="1abc2021b29f482f" providerId="LiveId" clId="{E89D18FE-94E3-4229-B9EE-AE59984B8B9B}" dt="2025-12-27T16:56:41.848" v="148" actId="478"/>
          <ac:picMkLst>
            <pc:docMk/>
            <pc:sldMk cId="3384549231" sldId="262"/>
            <ac:picMk id="3076" creationId="{EBB2C608-ADED-2DD2-2557-FC4EC74539A9}"/>
          </ac:picMkLst>
        </pc:picChg>
      </pc:sldChg>
      <pc:sldChg chg="addSp delSp modSp mod modAnim">
        <pc:chgData name="Wasif Ali" userId="1abc2021b29f482f" providerId="LiveId" clId="{E89D18FE-94E3-4229-B9EE-AE59984B8B9B}" dt="2025-12-27T17:07:40.291" v="288"/>
        <pc:sldMkLst>
          <pc:docMk/>
          <pc:sldMk cId="2591245358" sldId="263"/>
        </pc:sldMkLst>
        <pc:spChg chg="mod">
          <ac:chgData name="Wasif Ali" userId="1abc2021b29f482f" providerId="LiveId" clId="{E89D18FE-94E3-4229-B9EE-AE59984B8B9B}" dt="2025-12-27T17:05:51.752" v="270" actId="20577"/>
          <ac:spMkLst>
            <pc:docMk/>
            <pc:sldMk cId="2591245358" sldId="263"/>
            <ac:spMk id="3" creationId="{5DD87100-7B8A-C45E-E402-A2FEE2F87B71}"/>
          </ac:spMkLst>
        </pc:spChg>
        <pc:picChg chg="add mod">
          <ac:chgData name="Wasif Ali" userId="1abc2021b29f482f" providerId="LiveId" clId="{E89D18FE-94E3-4229-B9EE-AE59984B8B9B}" dt="2025-12-27T16:59:14.361" v="186" actId="1076"/>
          <ac:picMkLst>
            <pc:docMk/>
            <pc:sldMk cId="2591245358" sldId="263"/>
            <ac:picMk id="7" creationId="{08B08224-6078-6227-75C1-EC5DBEBAF9E0}"/>
          </ac:picMkLst>
        </pc:picChg>
        <pc:picChg chg="del">
          <ac:chgData name="Wasif Ali" userId="1abc2021b29f482f" providerId="LiveId" clId="{E89D18FE-94E3-4229-B9EE-AE59984B8B9B}" dt="2025-12-27T16:59:01.210" v="177" actId="478"/>
          <ac:picMkLst>
            <pc:docMk/>
            <pc:sldMk cId="2591245358" sldId="263"/>
            <ac:picMk id="1027" creationId="{38E3F9F5-F706-AEC5-0A10-3B0C1C687810}"/>
          </ac:picMkLst>
        </pc:picChg>
        <pc:picChg chg="del">
          <ac:chgData name="Wasif Ali" userId="1abc2021b29f482f" providerId="LiveId" clId="{E89D18FE-94E3-4229-B9EE-AE59984B8B9B}" dt="2025-12-27T16:59:01.762" v="178" actId="478"/>
          <ac:picMkLst>
            <pc:docMk/>
            <pc:sldMk cId="2591245358" sldId="263"/>
            <ac:picMk id="1029" creationId="{055C5B88-2708-FA37-0D0C-2C7DE563A470}"/>
          </ac:picMkLst>
        </pc:picChg>
        <pc:picChg chg="del">
          <ac:chgData name="Wasif Ali" userId="1abc2021b29f482f" providerId="LiveId" clId="{E89D18FE-94E3-4229-B9EE-AE59984B8B9B}" dt="2025-12-27T16:59:02.298" v="179" actId="478"/>
          <ac:picMkLst>
            <pc:docMk/>
            <pc:sldMk cId="2591245358" sldId="263"/>
            <ac:picMk id="1031" creationId="{ECF6D3D1-3E0E-7533-20A2-BF8D40F93F90}"/>
          </ac:picMkLst>
        </pc:picChg>
      </pc:sldChg>
      <pc:sldChg chg="addSp delSp modSp mod delAnim modAnim">
        <pc:chgData name="Wasif Ali" userId="1abc2021b29f482f" providerId="LiveId" clId="{E89D18FE-94E3-4229-B9EE-AE59984B8B9B}" dt="2025-12-27T17:08:04.709" v="291"/>
        <pc:sldMkLst>
          <pc:docMk/>
          <pc:sldMk cId="3834090899" sldId="264"/>
        </pc:sldMkLst>
        <pc:spChg chg="mod">
          <ac:chgData name="Wasif Ali" userId="1abc2021b29f482f" providerId="LiveId" clId="{E89D18FE-94E3-4229-B9EE-AE59984B8B9B}" dt="2025-12-27T17:05:47.786" v="268" actId="20577"/>
          <ac:spMkLst>
            <pc:docMk/>
            <pc:sldMk cId="3834090899" sldId="264"/>
            <ac:spMk id="3" creationId="{943D6183-DE0F-5EA8-698C-E952912D91D1}"/>
          </ac:spMkLst>
        </pc:spChg>
        <pc:spChg chg="mod">
          <ac:chgData name="Wasif Ali" userId="1abc2021b29f482f" providerId="LiveId" clId="{E89D18FE-94E3-4229-B9EE-AE59984B8B9B}" dt="2025-12-27T16:59:27.196" v="192" actId="20577"/>
          <ac:spMkLst>
            <pc:docMk/>
            <pc:sldMk cId="3834090899" sldId="264"/>
            <ac:spMk id="9" creationId="{00000000-0000-0000-0000-000000000000}"/>
          </ac:spMkLst>
        </pc:spChg>
        <pc:picChg chg="add mod">
          <ac:chgData name="Wasif Ali" userId="1abc2021b29f482f" providerId="LiveId" clId="{E89D18FE-94E3-4229-B9EE-AE59984B8B9B}" dt="2025-12-27T17:03:14.702" v="240" actId="1036"/>
          <ac:picMkLst>
            <pc:docMk/>
            <pc:sldMk cId="3834090899" sldId="264"/>
            <ac:picMk id="6" creationId="{FA4BE53B-93CE-5F91-EE40-4BEF2FFD63AB}"/>
          </ac:picMkLst>
        </pc:picChg>
        <pc:picChg chg="del">
          <ac:chgData name="Wasif Ali" userId="1abc2021b29f482f" providerId="LiveId" clId="{E89D18FE-94E3-4229-B9EE-AE59984B8B9B}" dt="2025-12-27T16:59:21.258" v="187" actId="478"/>
          <ac:picMkLst>
            <pc:docMk/>
            <pc:sldMk cId="3834090899" sldId="264"/>
            <ac:picMk id="8" creationId="{7BC1C254-D82A-CC45-1D9A-23BEBB81C3D3}"/>
          </ac:picMkLst>
        </pc:picChg>
        <pc:picChg chg="add del mod">
          <ac:chgData name="Wasif Ali" userId="1abc2021b29f482f" providerId="LiveId" clId="{E89D18FE-94E3-4229-B9EE-AE59984B8B9B}" dt="2025-12-27T17:01:48.868" v="213" actId="478"/>
          <ac:picMkLst>
            <pc:docMk/>
            <pc:sldMk cId="3834090899" sldId="264"/>
            <ac:picMk id="10" creationId="{F3CEC894-5C5B-A3E7-1EB6-30128C854A55}"/>
          </ac:picMkLst>
        </pc:picChg>
        <pc:picChg chg="add mod">
          <ac:chgData name="Wasif Ali" userId="1abc2021b29f482f" providerId="LiveId" clId="{E89D18FE-94E3-4229-B9EE-AE59984B8B9B}" dt="2025-12-27T17:03:23.429" v="247" actId="1036"/>
          <ac:picMkLst>
            <pc:docMk/>
            <pc:sldMk cId="3834090899" sldId="264"/>
            <ac:picMk id="12" creationId="{2C7EA0BC-AB49-09B5-8697-6E8BBCB35C9A}"/>
          </ac:picMkLst>
        </pc:picChg>
        <pc:picChg chg="add mod">
          <ac:chgData name="Wasif Ali" userId="1abc2021b29f482f" providerId="LiveId" clId="{E89D18FE-94E3-4229-B9EE-AE59984B8B9B}" dt="2025-12-27T17:02:55.607" v="225" actId="1440"/>
          <ac:picMkLst>
            <pc:docMk/>
            <pc:sldMk cId="3834090899" sldId="264"/>
            <ac:picMk id="14" creationId="{6FE7BA36-7B1D-FE2B-77CA-4D44E3EA5F87}"/>
          </ac:picMkLst>
        </pc:picChg>
        <pc:picChg chg="del">
          <ac:chgData name="Wasif Ali" userId="1abc2021b29f482f" providerId="LiveId" clId="{E89D18FE-94E3-4229-B9EE-AE59984B8B9B}" dt="2025-12-27T16:59:24.611" v="189" actId="478"/>
          <ac:picMkLst>
            <pc:docMk/>
            <pc:sldMk cId="3834090899" sldId="264"/>
            <ac:picMk id="2051" creationId="{6295992C-D117-70D2-CE93-2B9B76B86981}"/>
          </ac:picMkLst>
        </pc:picChg>
        <pc:picChg chg="del">
          <ac:chgData name="Wasif Ali" userId="1abc2021b29f482f" providerId="LiveId" clId="{E89D18FE-94E3-4229-B9EE-AE59984B8B9B}" dt="2025-12-27T16:59:25.042" v="190" actId="478"/>
          <ac:picMkLst>
            <pc:docMk/>
            <pc:sldMk cId="3834090899" sldId="264"/>
            <ac:picMk id="2053" creationId="{ECBC95DD-6235-1B89-05AE-86F0FCF003A8}"/>
          </ac:picMkLst>
        </pc:picChg>
        <pc:picChg chg="del">
          <ac:chgData name="Wasif Ali" userId="1abc2021b29f482f" providerId="LiveId" clId="{E89D18FE-94E3-4229-B9EE-AE59984B8B9B}" dt="2025-12-27T16:59:23.952" v="188" actId="478"/>
          <ac:picMkLst>
            <pc:docMk/>
            <pc:sldMk cId="3834090899" sldId="264"/>
            <ac:picMk id="2055" creationId="{7B288764-0D3E-42DB-9B34-AACB4E09EA40}"/>
          </ac:picMkLst>
        </pc:picChg>
        <pc:picChg chg="del">
          <ac:chgData name="Wasif Ali" userId="1abc2021b29f482f" providerId="LiveId" clId="{E89D18FE-94E3-4229-B9EE-AE59984B8B9B}" dt="2025-12-27T16:59:28.474" v="193" actId="478"/>
          <ac:picMkLst>
            <pc:docMk/>
            <pc:sldMk cId="3834090899" sldId="264"/>
            <ac:picMk id="2057" creationId="{79B791C9-6002-9A55-73E6-6016DD959D04}"/>
          </ac:picMkLst>
        </pc:picChg>
      </pc:sldChg>
      <pc:sldChg chg="modSp del">
        <pc:chgData name="Wasif Ali" userId="1abc2021b29f482f" providerId="LiveId" clId="{E89D18FE-94E3-4229-B9EE-AE59984B8B9B}" dt="2025-12-27T17:04:58.801" v="249" actId="2696"/>
        <pc:sldMkLst>
          <pc:docMk/>
          <pc:sldMk cId="2551962985" sldId="265"/>
        </pc:sldMkLst>
        <pc:spChg chg="mod">
          <ac:chgData name="Wasif Ali" userId="1abc2021b29f482f" providerId="LiveId" clId="{E89D18FE-94E3-4229-B9EE-AE59984B8B9B}" dt="2025-12-27T17:03:43.813" v="248" actId="20577"/>
          <ac:spMkLst>
            <pc:docMk/>
            <pc:sldMk cId="2551962985" sldId="265"/>
            <ac:spMk id="7" creationId="{00000000-0000-0000-0000-000000000000}"/>
          </ac:spMkLst>
        </pc:spChg>
      </pc:sldChg>
      <pc:sldChg chg="addSp delSp modSp mod">
        <pc:chgData name="Wasif Ali" userId="1abc2021b29f482f" providerId="LiveId" clId="{E89D18FE-94E3-4229-B9EE-AE59984B8B9B}" dt="2025-12-27T17:10:29.116" v="302" actId="1076"/>
        <pc:sldMkLst>
          <pc:docMk/>
          <pc:sldMk cId="3133947299" sldId="266"/>
        </pc:sldMkLst>
        <pc:spChg chg="mod">
          <ac:chgData name="Wasif Ali" userId="1abc2021b29f482f" providerId="LiveId" clId="{E89D18FE-94E3-4229-B9EE-AE59984B8B9B}" dt="2025-12-27T17:05:42.089" v="266" actId="20577"/>
          <ac:spMkLst>
            <pc:docMk/>
            <pc:sldMk cId="3133947299" sldId="266"/>
            <ac:spMk id="3" creationId="{94036BE1-E743-8ADD-4CAB-279F29D31924}"/>
          </ac:spMkLst>
        </pc:spChg>
        <pc:picChg chg="add del mod">
          <ac:chgData name="Wasif Ali" userId="1abc2021b29f482f" providerId="LiveId" clId="{E89D18FE-94E3-4229-B9EE-AE59984B8B9B}" dt="2025-12-27T17:09:54.622" v="295" actId="478"/>
          <ac:picMkLst>
            <pc:docMk/>
            <pc:sldMk cId="3133947299" sldId="266"/>
            <ac:picMk id="7" creationId="{1D9D2C9B-0A6B-AD71-8673-8C14BA894A04}"/>
          </ac:picMkLst>
        </pc:picChg>
        <pc:picChg chg="add mod">
          <ac:chgData name="Wasif Ali" userId="1abc2021b29f482f" providerId="LiveId" clId="{E89D18FE-94E3-4229-B9EE-AE59984B8B9B}" dt="2025-12-27T17:10:29.116" v="302" actId="1076"/>
          <ac:picMkLst>
            <pc:docMk/>
            <pc:sldMk cId="3133947299" sldId="266"/>
            <ac:picMk id="9" creationId="{D264677D-12AF-2402-3DE4-0BE4552AA3D0}"/>
          </ac:picMkLst>
        </pc:picChg>
      </pc:sldChg>
      <pc:sldChg chg="modSp mod">
        <pc:chgData name="Wasif Ali" userId="1abc2021b29f482f" providerId="LiveId" clId="{E89D18FE-94E3-4229-B9EE-AE59984B8B9B}" dt="2025-12-27T17:05:38.017" v="264" actId="20577"/>
        <pc:sldMkLst>
          <pc:docMk/>
          <pc:sldMk cId="3774345003" sldId="267"/>
        </pc:sldMkLst>
        <pc:spChg chg="mod">
          <ac:chgData name="Wasif Ali" userId="1abc2021b29f482f" providerId="LiveId" clId="{E89D18FE-94E3-4229-B9EE-AE59984B8B9B}" dt="2025-12-27T17:05:38.017" v="264" actId="20577"/>
          <ac:spMkLst>
            <pc:docMk/>
            <pc:sldMk cId="3774345003" sldId="267"/>
            <ac:spMk id="11" creationId="{6A5221D5-84AA-DDAF-10F9-6CC340990875}"/>
          </ac:spMkLst>
        </pc:spChg>
      </pc:sldChg>
      <pc:sldChg chg="add del ord">
        <pc:chgData name="Wasif Ali" userId="1abc2021b29f482f" providerId="LiveId" clId="{E89D18FE-94E3-4229-B9EE-AE59984B8B9B}" dt="2025-12-27T15:23:08.074" v="145" actId="47"/>
        <pc:sldMkLst>
          <pc:docMk/>
          <pc:sldMk cId="3771172732" sldId="269"/>
        </pc:sldMkLst>
      </pc:sldChg>
      <pc:sldChg chg="addSp delSp modSp mod addAnim delAnim modAnim">
        <pc:chgData name="Wasif Ali" userId="1abc2021b29f482f" providerId="LiveId" clId="{E89D18FE-94E3-4229-B9EE-AE59984B8B9B}" dt="2025-12-27T17:07:36.683" v="287"/>
        <pc:sldMkLst>
          <pc:docMk/>
          <pc:sldMk cId="1126080118" sldId="272"/>
        </pc:sldMkLst>
        <pc:spChg chg="mod">
          <ac:chgData name="Wasif Ali" userId="1abc2021b29f482f" providerId="LiveId" clId="{E89D18FE-94E3-4229-B9EE-AE59984B8B9B}" dt="2025-12-27T17:05:57.116" v="272" actId="20577"/>
          <ac:spMkLst>
            <pc:docMk/>
            <pc:sldMk cId="1126080118" sldId="272"/>
            <ac:spMk id="6" creationId="{DC85AA9F-81D3-86C8-691D-7A57E264A931}"/>
          </ac:spMkLst>
        </pc:spChg>
        <pc:picChg chg="add del mod">
          <ac:chgData name="Wasif Ali" userId="1abc2021b29f482f" providerId="LiveId" clId="{E89D18FE-94E3-4229-B9EE-AE59984B8B9B}" dt="2025-12-27T16:57:43.739" v="165" actId="478"/>
          <ac:picMkLst>
            <pc:docMk/>
            <pc:sldMk cId="1126080118" sldId="272"/>
            <ac:picMk id="4" creationId="{9F469B95-2B70-A0AB-D875-037AF6B47E53}"/>
          </ac:picMkLst>
        </pc:picChg>
        <pc:picChg chg="add del">
          <ac:chgData name="Wasif Ali" userId="1abc2021b29f482f" providerId="LiveId" clId="{E89D18FE-94E3-4229-B9EE-AE59984B8B9B}" dt="2025-12-27T16:57:50.902" v="171" actId="478"/>
          <ac:picMkLst>
            <pc:docMk/>
            <pc:sldMk cId="1126080118" sldId="272"/>
            <ac:picMk id="8" creationId="{00000000-0000-0000-0000-000000000000}"/>
          </ac:picMkLst>
        </pc:picChg>
        <pc:picChg chg="add mod">
          <ac:chgData name="Wasif Ali" userId="1abc2021b29f482f" providerId="LiveId" clId="{E89D18FE-94E3-4229-B9EE-AE59984B8B9B}" dt="2025-12-27T16:58:01.893" v="176" actId="1076"/>
          <ac:picMkLst>
            <pc:docMk/>
            <pc:sldMk cId="1126080118" sldId="272"/>
            <ac:picMk id="10" creationId="{58031C94-F804-69CF-EC08-E594E61C328B}"/>
          </ac:picMkLst>
        </pc:picChg>
        <pc:picChg chg="add del">
          <ac:chgData name="Wasif Ali" userId="1abc2021b29f482f" providerId="LiveId" clId="{E89D18FE-94E3-4229-B9EE-AE59984B8B9B}" dt="2025-12-27T16:57:49.826" v="169" actId="478"/>
          <ac:picMkLst>
            <pc:docMk/>
            <pc:sldMk cId="1126080118" sldId="272"/>
            <ac:picMk id="3074" creationId="{351AD455-E0CD-F2CA-D1D3-5FE7CF5109BF}"/>
          </ac:picMkLst>
        </pc:picChg>
        <pc:picChg chg="add del">
          <ac:chgData name="Wasif Ali" userId="1abc2021b29f482f" providerId="LiveId" clId="{E89D18FE-94E3-4229-B9EE-AE59984B8B9B}" dt="2025-12-27T16:57:50.367" v="170" actId="478"/>
          <ac:picMkLst>
            <pc:docMk/>
            <pc:sldMk cId="1126080118" sldId="272"/>
            <ac:picMk id="3076" creationId="{EBB2C608-ADED-2DD2-2557-FC4EC74539A9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8B93163-59B8-4B53-8020-0EEB52EA81A5}" type="datetimeFigureOut">
              <a:rPr lang="en-US" smtClean="0"/>
              <a:t>12/27/2025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49E8829-7223-470A-8453-9CFA717C106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44692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49E8829-7223-470A-8453-9CFA717C106A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5348584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CEC0CB-E2BA-98A4-27A5-2BDAE10C19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0B9FFE0-BFF9-59D0-64B9-FF9274E2BF5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46D676F-ECAB-C844-D291-CA016F9A90C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D14628C-1B7B-D6B2-755A-547B7A666CB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49E8829-7223-470A-8453-9CFA717C106A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76677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7B16CD1-3DAB-C7CD-5374-B8410CE769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631E236-897D-09AD-EB47-7B32A3BD0E9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F80BF85-A90A-3DBA-6010-42D1AE7FA5B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CD769E9-1789-4F1F-611D-63490CDE791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49E8829-7223-470A-8453-9CFA717C106A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632878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AE9B6BB-AFE9-9D98-50BF-204CFC42B8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7163A0A-4A20-D44E-83B5-10C5A148FF4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63298EC-3C93-6B68-92F1-12C50FBC89D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C54428C-C008-5348-A129-7ADD26EBCC6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49E8829-7223-470A-8453-9CFA717C106A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97300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FAC0DB-ECAC-9BAC-B12D-E0E59B565A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C3B63B1-490C-4727-855A-70E8FADE354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FAEE3D9-B8FE-34FA-163A-43B8A8BDB86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B2465AB-078B-4161-FC6C-C61913EF9A2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49E8829-7223-470A-8453-9CFA717C106A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032828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C617065-1515-7DCD-B65A-44A5F3CF41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5C8482B-071B-C927-58BD-69DB8B76AE9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D6FE06D-88B3-30C7-71E0-68CC1DCA9D5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9FB1750-99D0-EAD9-A28A-777693A17FB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49E8829-7223-470A-8453-9CFA717C106A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422859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C617065-1515-7DCD-B65A-44A5F3CF41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5C8482B-071B-C927-58BD-69DB8B76AE9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D6FE06D-88B3-30C7-71E0-68CC1DCA9D5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9FB1750-99D0-EAD9-A28A-777693A17FB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49E8829-7223-470A-8453-9CFA717C106A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699683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B8DF13-5724-7BD6-7AD5-FDBC86D07A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1432A9F-7FC7-81C6-C2D8-82163EDFBA1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B701774-842B-04A8-C24E-42CE39BD9FC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12C00ED-7C57-AE89-07B5-3ABA98DFBE3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49E8829-7223-470A-8453-9CFA717C106A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121525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D9EF66-04A8-7D23-57A0-AEA4613FB6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5A9E3DA-7B93-8069-970D-4E525E8C696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40FECD7-B2AB-443E-8EB1-89DB40E6A84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5332AF4-4855-EDC7-2449-60F162CA901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49E8829-7223-470A-8453-9CFA717C106A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294819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3B987D3-52AA-9714-31E2-32900BF95E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3CD628B-7420-2111-7522-78E99240D7E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DE04DE5-F275-2DDE-9A68-B140217B8BA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148D4EC-BF7D-6DE4-8B27-FF6E785FF16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49E8829-7223-470A-8453-9CFA717C106A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18559519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57DE62B-9313-4F1F-0E84-CEFE623D04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32C5A80-EB65-3CF1-D4F9-2FA63E5B4E5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C25EDC3-321B-C885-1F96-C44D5C3FB0D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078550C-E437-5EBA-79D1-D480D81157C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49E8829-7223-470A-8453-9CFA717C106A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116932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68877CD-5D54-559D-DBD2-C906C4E31F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8B4DCE2-6ADD-A525-723B-D0496AD41CA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0A35939-FBBA-D29E-938B-DDF39A0A9A4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68D89D1-7E0F-0A63-64FA-407C52D4568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49E8829-7223-470A-8453-9CFA717C106A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823330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CC1733-65AB-EF22-B2F1-394B0B71808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0066C5B-62CE-55F4-75FA-5B46DCC6F04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B0F93C9-E028-1407-1A08-69ECBA0447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2A94B7-210F-48F0-89AA-666CED135F57}" type="datetimeFigureOut">
              <a:rPr lang="en-US" smtClean="0"/>
              <a:t>12/27/2025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1F5EC21-543C-2398-17D7-1180239E89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3C9C771-E838-6478-58CC-5FFDB79BB2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3DB0BE-B097-4B74-B12B-985AA804CF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629391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5ED44F-B7FE-A4B9-CCB2-68A8CC97BB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6B1D2D4-8400-5CFF-8EC6-9E4CBF44321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CABCEFB-7E3B-98FA-FABA-88193BFE2A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2A94B7-210F-48F0-89AA-666CED135F57}" type="datetimeFigureOut">
              <a:rPr lang="en-US" smtClean="0"/>
              <a:t>12/27/2025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D9EF512-9512-0C14-817E-37DAAA6EB1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2D8D6DD-AB80-D1F4-4594-D366CDC794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3DB0BE-B097-4B74-B12B-985AA804CF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518336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8CC1E6-FE31-DB54-E8E1-1B6C81F552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EB82C37-0006-C38F-E951-E0919913CA1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7DE663A-C9C8-8E47-8FEF-1AA61D3F1C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2A94B7-210F-48F0-89AA-666CED135F57}" type="datetimeFigureOut">
              <a:rPr lang="en-US" smtClean="0"/>
              <a:t>12/27/2025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6807BAB-2C98-9560-2749-F2732D21B9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5BDE538-3153-A9A5-789A-4F41D8AC26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3DB0BE-B097-4B74-B12B-985AA804CF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147372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68B27F-B924-B81D-E77A-EBBED67796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1E89FC0-CD3A-C099-93D3-E7856007DF4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7383823-152A-CECF-CE9C-2432099BDFE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89B7C1B-3274-0866-AF47-EEB810F8DA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2A94B7-210F-48F0-89AA-666CED135F57}" type="datetimeFigureOut">
              <a:rPr lang="en-US" smtClean="0"/>
              <a:t>12/27/2025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A76A226-A6B3-F13F-EA07-1845B2F75C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247F5FA-1EA8-0304-9267-D21A2EBCC0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3DB0BE-B097-4B74-B12B-985AA804CF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3754990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6CDC72-9156-6735-8CA0-392AC67F8E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9C825A2-C8C9-8C74-318E-4547DCF351F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7620963-591C-5A15-3D6E-A10CE11C61C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3AD7314-A683-C5CC-73C8-A3D95FC2CE3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4144920-8C6A-145E-4DCD-8A4B653F879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29F5CF5-86C3-B278-2E33-F989FB0791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2A94B7-210F-48F0-89AA-666CED135F57}" type="datetimeFigureOut">
              <a:rPr lang="en-US" smtClean="0"/>
              <a:t>12/27/2025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81AA595-58FA-B309-7F8B-ADDE9E74AE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AF6B00F-CDAB-B58A-F66C-9FA5A7141E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3DB0BE-B097-4B74-B12B-985AA804CF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301422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387E21-D74B-2F98-0160-F9227230EE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DC01886-228E-4654-829D-E5DA08B227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2A94B7-210F-48F0-89AA-666CED135F57}" type="datetimeFigureOut">
              <a:rPr lang="en-US" smtClean="0"/>
              <a:t>12/27/2025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BB29D76-F5C5-1628-236A-F7B893A2D9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5C61301-1C4D-3FEA-588D-37DA23B2FB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3DB0BE-B097-4B74-B12B-985AA804CF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549356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787905B-79EB-8552-A563-D3243D80DB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2A94B7-210F-48F0-89AA-666CED135F57}" type="datetimeFigureOut">
              <a:rPr lang="en-US" smtClean="0"/>
              <a:t>12/27/2025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6D2F1AB-43C1-619F-B58D-62D1F1E928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7CB63A6-A10F-5367-ACB5-B2DB494F95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3DB0BE-B097-4B74-B12B-985AA804CF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6854824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650E76-50B1-6D1D-842F-41068EA929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BBA5A44-469C-742B-373A-8050C26D8BB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3637A02-CB10-9102-86A8-0249D62E9A8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4C68DBA-FFFC-6DD5-B6A5-9245D4FAA9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2A94B7-210F-48F0-89AA-666CED135F57}" type="datetimeFigureOut">
              <a:rPr lang="en-US" smtClean="0"/>
              <a:t>12/27/2025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054DBD1-DCFF-06F1-946F-225E21F66A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E13223D-4C4F-EAD5-F064-34E4420624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3DB0BE-B097-4B74-B12B-985AA804CF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7933445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DB6C07-E195-4122-3D1B-D5611F4602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822BC11-6014-7D1E-DEFE-40CCB55B3EE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CD9A57C-F408-66B2-9210-CB52ED6116B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509A02A-4DBA-AACE-C330-BC3820D082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2A94B7-210F-48F0-89AA-666CED135F57}" type="datetimeFigureOut">
              <a:rPr lang="en-US" smtClean="0"/>
              <a:t>12/27/2025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3D7602C-38BA-46A3-712C-97CAAE47AE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DB993A1-AF29-08CA-D4B4-BC772969EE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3DB0BE-B097-4B74-B12B-985AA804CF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808297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8AE5A3-BC79-2A14-29A6-5A8C2E7D0E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86C7F40-9657-FD4B-1062-5C7807A6B20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F3D09B7-9B7D-82E6-EDEA-D3509C692D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2A94B7-210F-48F0-89AA-666CED135F57}" type="datetimeFigureOut">
              <a:rPr lang="en-US" smtClean="0"/>
              <a:t>12/27/2025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080A510-6B27-B59E-9CF4-2CF6E10360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7EF9C06-FB71-C5A4-71F4-E06F21D166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3DB0BE-B097-4B74-B12B-985AA804CF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565938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D2A9AFD-0310-C58F-7613-FF61385C37D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7A4263B-2B40-0FEB-55DC-15D60344DE8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8D20958-551C-3376-11B5-F2B9BA3AFA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2A94B7-210F-48F0-89AA-666CED135F57}" type="datetimeFigureOut">
              <a:rPr lang="en-US" smtClean="0"/>
              <a:t>12/27/2025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8AB121C-4759-F0F1-2AD4-1AD629F298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5D5BE4A-074C-F080-1584-CC7D09BB83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3DB0BE-B097-4B74-B12B-985AA804CF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299078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5629FF4-9FBA-B810-5B80-4AF84EA462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ABADB73-5C4A-425A-8368-57002B0514A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EC23796-1296-24F8-3FED-A4D86B29641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02A94B7-210F-48F0-89AA-666CED135F57}" type="datetimeFigureOut">
              <a:rPr lang="en-US" smtClean="0"/>
              <a:t>12/27/2025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DEFBB5E-3778-E743-7178-EE2864B20B5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0AFBFB7-28E2-C899-C268-78115F97EF1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63DB0BE-B097-4B74-B12B-985AA804CF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437612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jpeg"/><Relationship Id="rId5" Type="http://schemas.openxmlformats.org/officeDocument/2006/relationships/image" Target="../media/image4.jpe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7" Type="http://schemas.openxmlformats.org/officeDocument/2006/relationships/image" Target="../media/image1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2.png"/><Relationship Id="rId4" Type="http://schemas.openxmlformats.org/officeDocument/2006/relationships/image" Target="../media/image21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26.png"/><Relationship Id="rId3" Type="http://schemas.openxmlformats.org/officeDocument/2006/relationships/image" Target="../media/image23.png"/><Relationship Id="rId7" Type="http://schemas.microsoft.com/office/2007/relationships/hdphoto" Target="../media/hdphoto2.wdp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5.png"/><Relationship Id="rId5" Type="http://schemas.openxmlformats.org/officeDocument/2006/relationships/image" Target="../media/image24.png"/><Relationship Id="rId4" Type="http://schemas.microsoft.com/office/2007/relationships/hdphoto" Target="../media/hdphoto1.wdp"/><Relationship Id="rId9" Type="http://schemas.openxmlformats.org/officeDocument/2006/relationships/image" Target="../media/image27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.png"/><Relationship Id="rId4" Type="http://schemas.openxmlformats.org/officeDocument/2006/relationships/image" Target="../media/image15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100000">
              <a:schemeClr val="accent1">
                <a:lumMod val="5000"/>
                <a:lumOff val="95000"/>
              </a:schemeClr>
            </a:gs>
            <a:gs pos="28000">
              <a:srgbClr val="62CEF6"/>
            </a:gs>
            <a:gs pos="0">
              <a:srgbClr val="2190D2"/>
            </a:gs>
            <a:gs pos="80000">
              <a:srgbClr val="C5EDFC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BB65F3AE-D072-5115-1602-E636C4770997}"/>
              </a:ext>
            </a:extLst>
          </p:cNvPr>
          <p:cNvSpPr/>
          <p:nvPr/>
        </p:nvSpPr>
        <p:spPr>
          <a:xfrm>
            <a:off x="0" y="6523120"/>
            <a:ext cx="7453745" cy="334880"/>
          </a:xfrm>
          <a:prstGeom prst="rect">
            <a:avLst/>
          </a:prstGeom>
          <a:solidFill>
            <a:srgbClr val="0070C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DA0B879-0D58-4882-C759-FACA592D5CF4}"/>
              </a:ext>
            </a:extLst>
          </p:cNvPr>
          <p:cNvSpPr txBox="1"/>
          <p:nvPr/>
        </p:nvSpPr>
        <p:spPr>
          <a:xfrm>
            <a:off x="557214" y="3851281"/>
            <a:ext cx="2743200" cy="21236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rgbClr val="002060"/>
                </a:solidFill>
              </a:rPr>
              <a:t>Group Members</a:t>
            </a:r>
            <a:endParaRPr lang="en-US" b="1" dirty="0">
              <a:solidFill>
                <a:srgbClr val="002060"/>
              </a:solidFill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002060"/>
                </a:solidFill>
              </a:rPr>
              <a:t>Faiqa Umar (245161)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002060"/>
                </a:solidFill>
              </a:rPr>
              <a:t>Anisa Khan (245215)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002060"/>
                </a:solidFill>
              </a:rPr>
              <a:t>Wasif Ali (245187)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002060"/>
                </a:solidFill>
              </a:rPr>
              <a:t>Aima (245199)</a:t>
            </a:r>
          </a:p>
        </p:txBody>
      </p:sp>
      <p:sp>
        <p:nvSpPr>
          <p:cNvPr id="7" name="Minus Sign 6">
            <a:extLst>
              <a:ext uri="{FF2B5EF4-FFF2-40B4-BE49-F238E27FC236}">
                <a16:creationId xmlns:a16="http://schemas.microsoft.com/office/drawing/2014/main" id="{01DDEDEB-0E5E-0F22-051A-D3537F8776E0}"/>
              </a:ext>
            </a:extLst>
          </p:cNvPr>
          <p:cNvSpPr/>
          <p:nvPr/>
        </p:nvSpPr>
        <p:spPr>
          <a:xfrm>
            <a:off x="-795529" y="-875423"/>
            <a:ext cx="5788153" cy="2754026"/>
          </a:xfrm>
          <a:prstGeom prst="mathMinus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648EAA6-0BA8-1F67-910A-ADF0200EBAD8}"/>
              </a:ext>
            </a:extLst>
          </p:cNvPr>
          <p:cNvSpPr txBox="1"/>
          <p:nvPr/>
        </p:nvSpPr>
        <p:spPr>
          <a:xfrm>
            <a:off x="206479" y="340868"/>
            <a:ext cx="588952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bg2"/>
                </a:solidFill>
                <a:latin typeface="Open sauce" panose="020B0604020202020204"/>
              </a:rPr>
              <a:t>VISUAL PROGRAMMING - LAB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EA82C66-CDE0-D873-A324-A2328C2707F9}"/>
              </a:ext>
            </a:extLst>
          </p:cNvPr>
          <p:cNvSpPr txBox="1"/>
          <p:nvPr/>
        </p:nvSpPr>
        <p:spPr>
          <a:xfrm>
            <a:off x="147491" y="817775"/>
            <a:ext cx="77724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chemeClr val="bg1">
                    <a:lumMod val="50000"/>
                  </a:schemeClr>
                </a:solidFill>
                <a:latin typeface="Open Sauce" panose="020B0604020202020204" charset="0"/>
              </a:rPr>
              <a:t> Air University Kamra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4ED7103-E89F-78E4-7F4A-11B5E36DBD7F}"/>
              </a:ext>
            </a:extLst>
          </p:cNvPr>
          <p:cNvSpPr txBox="1"/>
          <p:nvPr/>
        </p:nvSpPr>
        <p:spPr>
          <a:xfrm>
            <a:off x="259874" y="1193095"/>
            <a:ext cx="7193871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6000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nton" pitchFamily="2" charset="0"/>
              </a:rPr>
              <a:t>INVENTORY MANAGEMENT SYSTEM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43EEE425-FF44-C16D-1C94-3BAF85D2BAD4}"/>
              </a:ext>
            </a:extLst>
          </p:cNvPr>
          <p:cNvSpPr txBox="1"/>
          <p:nvPr/>
        </p:nvSpPr>
        <p:spPr>
          <a:xfrm>
            <a:off x="77127" y="6547155"/>
            <a:ext cx="932458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>
                <a:solidFill>
                  <a:schemeClr val="bg1">
                    <a:lumMod val="95000"/>
                  </a:schemeClr>
                </a:solidFill>
                <a:latin typeface="Open sauce" panose="020B0604020202020204" charset="0"/>
              </a:rPr>
              <a:t>DEPARTMENT OF COMPUTER SCIENCE |  AIR UNIVERSITY – KAMRA CAMPUS</a:t>
            </a:r>
          </a:p>
          <a:p>
            <a:endParaRPr lang="en-US" sz="1400" b="1" dirty="0">
              <a:solidFill>
                <a:schemeClr val="bg1">
                  <a:lumMod val="95000"/>
                </a:schemeClr>
              </a:solidFill>
              <a:latin typeface="Open sauce" panose="020B0604020202020204" charset="0"/>
            </a:endParaRPr>
          </a:p>
        </p:txBody>
      </p:sp>
      <p:pic>
        <p:nvPicPr>
          <p:cNvPr id="11" name="Picture 2" descr="Blazor tutorial for beginners | learn blazor from scratch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19891" y="4144518"/>
            <a:ext cx="2113914" cy="165747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8947" t="9828" r="17153" b="26272"/>
          <a:stretch>
            <a:fillRect/>
          </a:stretch>
        </p:blipFill>
        <p:spPr>
          <a:xfrm>
            <a:off x="7566128" y="94117"/>
            <a:ext cx="3043238" cy="30432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650835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10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2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10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1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4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100000">
              <a:schemeClr val="accent1">
                <a:lumMod val="5000"/>
                <a:lumOff val="95000"/>
              </a:schemeClr>
            </a:gs>
            <a:gs pos="28000">
              <a:srgbClr val="62CEF6"/>
            </a:gs>
            <a:gs pos="0">
              <a:srgbClr val="2190D2"/>
            </a:gs>
            <a:gs pos="80000">
              <a:srgbClr val="C5EDFC"/>
            </a:gs>
          </a:gsLst>
          <a:lin ang="2700000" scaled="1"/>
          <a:tileRect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C7B559B-82CE-0F72-6335-80CAD7F985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2AE37232-5370-653C-93DD-72E201FB33FE}"/>
              </a:ext>
            </a:extLst>
          </p:cNvPr>
          <p:cNvSpPr txBox="1"/>
          <p:nvPr/>
        </p:nvSpPr>
        <p:spPr>
          <a:xfrm>
            <a:off x="397903" y="615902"/>
            <a:ext cx="569809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5400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nton" pitchFamily="2" charset="0"/>
              </a:rPr>
              <a:t>INTRODUCTION</a:t>
            </a:r>
          </a:p>
        </p:txBody>
      </p:sp>
      <p:sp>
        <p:nvSpPr>
          <p:cNvPr id="2" name="AutoShape 2" descr="Eclipse IDE Icon Logo PNG vector in SVG, PDF, AI, CDR format">
            <a:extLst>
              <a:ext uri="{FF2B5EF4-FFF2-40B4-BE49-F238E27FC236}">
                <a16:creationId xmlns:a16="http://schemas.microsoft.com/office/drawing/2014/main" id="{F4C7D4ED-B99A-A694-828C-9851B3EC8969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3" name="AutoShape 4" descr="Eclipse IDE Icon Logo PNG vector in SVG, PDF, AI, CDR format">
            <a:extLst>
              <a:ext uri="{FF2B5EF4-FFF2-40B4-BE49-F238E27FC236}">
                <a16:creationId xmlns:a16="http://schemas.microsoft.com/office/drawing/2014/main" id="{58242A7F-9FED-75E3-843F-440D7DCBAAD7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6096000" y="34290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3B47F00-BA98-FBE3-1DFB-55870CA83309}"/>
              </a:ext>
            </a:extLst>
          </p:cNvPr>
          <p:cNvSpPr/>
          <p:nvPr/>
        </p:nvSpPr>
        <p:spPr>
          <a:xfrm>
            <a:off x="0" y="0"/>
            <a:ext cx="9272588" cy="387486"/>
          </a:xfrm>
          <a:prstGeom prst="rect">
            <a:avLst/>
          </a:prstGeom>
          <a:gradFill flip="none" rotWithShape="1">
            <a:gsLst>
              <a:gs pos="100000">
                <a:schemeClr val="accent5">
                  <a:lumMod val="75000"/>
                </a:schemeClr>
              </a:gs>
              <a:gs pos="0">
                <a:srgbClr val="6ED2F7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643A93C8-CB3A-1581-DFBA-FE30535536F1}"/>
              </a:ext>
            </a:extLst>
          </p:cNvPr>
          <p:cNvSpPr txBox="1"/>
          <p:nvPr/>
        </p:nvSpPr>
        <p:spPr>
          <a:xfrm>
            <a:off x="14288" y="6441518"/>
            <a:ext cx="69055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solidFill>
                  <a:srgbClr val="002060"/>
                </a:solidFill>
                <a:latin typeface="Open sauce" panose="020B0604020202020204"/>
              </a:rPr>
              <a:t>1/10</a:t>
            </a:r>
          </a:p>
        </p:txBody>
      </p:sp>
      <p:pic>
        <p:nvPicPr>
          <p:cNvPr id="1026" name="Picture 2" descr="Blazor tutorial for beginners | learn blazor from scratch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92489" y="4583218"/>
            <a:ext cx="2113914" cy="165747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File:Logo C sharp.svg - Wikimedia Commons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93975" y="4729766"/>
            <a:ext cx="1173653" cy="132104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4" name="Picture 10" descr="Computer Icons Microsoft Visual Studio Visual programming language Icon  design, visual studio transparent background PNG clipart | HiClipart"/>
          <p:cNvPicPr>
            <a:picLocks noChangeAspect="1" noChangeArrowheads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3627" t="24138" r="23441" b="23610"/>
          <a:stretch/>
        </p:blipFill>
        <p:spPr bwMode="auto">
          <a:xfrm>
            <a:off x="8349994" y="3276600"/>
            <a:ext cx="1676756" cy="161687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6" name="Picture 12" descr="2,500+ Inventory Management System Stock Illustrations, Royalty-Free Vector  Graphics &amp; Clip Art - iStock"/>
          <p:cNvPicPr>
            <a:picLocks noChangeAspect="1" noChangeArrowheads="1"/>
          </p:cNvPicPr>
          <p:nvPr/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1835" b="14613"/>
          <a:stretch/>
        </p:blipFill>
        <p:spPr bwMode="auto">
          <a:xfrm>
            <a:off x="6656004" y="427876"/>
            <a:ext cx="5064736" cy="2553388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0" name="Rectangle 14"/>
          <p:cNvSpPr>
            <a:spLocks noChangeArrowheads="1"/>
          </p:cNvSpPr>
          <p:nvPr/>
        </p:nvSpPr>
        <p:spPr bwMode="auto">
          <a:xfrm>
            <a:off x="359565" y="1379309"/>
            <a:ext cx="6186309" cy="470898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342900" lvl="0" indent="-342900" eaLnBrk="0" fontAlgn="base" hangingPunct="0">
              <a:lnSpc>
                <a:spcPct val="30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</a:t>
            </a:r>
            <a:r>
              <a:rPr lang="en-US" altLang="en-US" sz="2000" dirty="0">
                <a:latin typeface="Arial" panose="020B0604020202020204" pitchFamily="34" charset="0"/>
              </a:rPr>
              <a:t>anual inventory management is time-consuming</a:t>
            </a:r>
          </a:p>
          <a:p>
            <a:pPr marL="342900" lvl="0" indent="-342900" eaLnBrk="0" fontAlgn="base" hangingPunct="0">
              <a:lnSpc>
                <a:spcPct val="30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2000" dirty="0">
                <a:latin typeface="Arial" panose="020B0604020202020204" pitchFamily="34" charset="0"/>
              </a:rPr>
              <a:t>Risk of stock mismanagement &amp; errors</a:t>
            </a:r>
          </a:p>
          <a:p>
            <a:pPr marL="342900" lvl="0" indent="-342900" eaLnBrk="0" fontAlgn="base" hangingPunct="0">
              <a:lnSpc>
                <a:spcPct val="30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2000" dirty="0">
                <a:latin typeface="Arial" panose="020B0604020202020204" pitchFamily="34" charset="0"/>
              </a:rPr>
              <a:t>Businesses 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need centralized systems</a:t>
            </a:r>
          </a:p>
          <a:p>
            <a:pPr marL="342900" marR="0" lvl="0" indent="-342900" algn="l" defTabSz="914400" rtl="0" eaLnBrk="0" fontAlgn="base" latinLnBrk="0" hangingPunct="0">
              <a:lnSpc>
                <a:spcPct val="3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This project automates inventory &amp; orders</a:t>
            </a:r>
          </a:p>
          <a:p>
            <a:pPr marL="342900" marR="0" lvl="0" indent="-342900" algn="l" defTabSz="914400" rtl="0" eaLnBrk="0" fontAlgn="base" latinLnBrk="0" hangingPunct="0">
              <a:lnSpc>
                <a:spcPct val="3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Improves efficiency and accuracy</a:t>
            </a:r>
          </a:p>
        </p:txBody>
      </p:sp>
    </p:spTree>
    <p:extLst>
      <p:ext uri="{BB962C8B-B14F-4D97-AF65-F5344CB8AC3E}">
        <p14:creationId xmlns:p14="http://schemas.microsoft.com/office/powerpoint/2010/main" val="109647125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2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2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2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2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2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2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1000"/>
                                        <p:tgtEl>
                                          <p:spTgt spid="2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2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2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2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1000"/>
                                        <p:tgtEl>
                                          <p:spTgt spid="2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2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2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1" dur="500"/>
                                        <p:tgtEl>
                                          <p:spTgt spid="10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4" dur="500"/>
                                        <p:tgtEl>
                                          <p:spTgt spid="10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7" dur="500"/>
                                        <p:tgtEl>
                                          <p:spTgt spid="10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50" dur="500"/>
                                        <p:tgtEl>
                                          <p:spTgt spid="10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100000">
              <a:schemeClr val="accent1">
                <a:lumMod val="5000"/>
                <a:lumOff val="95000"/>
              </a:schemeClr>
            </a:gs>
            <a:gs pos="28000">
              <a:srgbClr val="62CEF6"/>
            </a:gs>
            <a:gs pos="0">
              <a:srgbClr val="2190D2"/>
            </a:gs>
            <a:gs pos="80000">
              <a:srgbClr val="C5EDFC"/>
            </a:gs>
          </a:gsLst>
          <a:lin ang="5400000" scaled="1"/>
          <a:tileRect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5503C64-6437-B45C-9412-4BE5972864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795259E9-82EC-A2C9-CCF3-8762A33ECAF1}"/>
              </a:ext>
            </a:extLst>
          </p:cNvPr>
          <p:cNvSpPr txBox="1"/>
          <p:nvPr/>
        </p:nvSpPr>
        <p:spPr>
          <a:xfrm>
            <a:off x="359565" y="584091"/>
            <a:ext cx="746267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5400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nton" pitchFamily="2" charset="0"/>
              </a:rPr>
              <a:t>SYSTEM OBJECTIVES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17373FC8-83C0-4910-E5BD-E72A381804E2}"/>
              </a:ext>
            </a:extLst>
          </p:cNvPr>
          <p:cNvSpPr/>
          <p:nvPr/>
        </p:nvSpPr>
        <p:spPr>
          <a:xfrm>
            <a:off x="0" y="0"/>
            <a:ext cx="9272588" cy="328613"/>
          </a:xfrm>
          <a:prstGeom prst="rect">
            <a:avLst/>
          </a:prstGeom>
          <a:gradFill flip="none" rotWithShape="1">
            <a:gsLst>
              <a:gs pos="100000">
                <a:srgbClr val="2190D2"/>
              </a:gs>
              <a:gs pos="0">
                <a:srgbClr val="2695D5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FE46ACA-CE98-8078-ADF0-F1924CB7C84D}"/>
              </a:ext>
            </a:extLst>
          </p:cNvPr>
          <p:cNvSpPr txBox="1"/>
          <p:nvPr/>
        </p:nvSpPr>
        <p:spPr>
          <a:xfrm>
            <a:off x="14288" y="6441518"/>
            <a:ext cx="69055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solidFill>
                  <a:srgbClr val="002060"/>
                </a:solidFill>
                <a:latin typeface="Open sauce" panose="020B0604020202020204"/>
              </a:rPr>
              <a:t>2/10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19907" y="1486436"/>
            <a:ext cx="6096000" cy="4708981"/>
          </a:xfrm>
          <a:prstGeom prst="rect">
            <a:avLst/>
          </a:prstGeom>
        </p:spPr>
        <p:txBody>
          <a:bodyPr>
            <a:spAutoFit/>
          </a:bodyPr>
          <a:lstStyle/>
          <a:p>
            <a:pPr marL="342900" lvl="0" indent="-342900" eaLnBrk="0" fontAlgn="base" hangingPunct="0">
              <a:lnSpc>
                <a:spcPct val="30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2000" dirty="0">
                <a:latin typeface="Arial" panose="020B0604020202020204" pitchFamily="34" charset="0"/>
              </a:rPr>
              <a:t>Automate inventory tracking</a:t>
            </a:r>
          </a:p>
          <a:p>
            <a:pPr marL="342900" lvl="0" indent="-342900" eaLnBrk="0" fontAlgn="base" hangingPunct="0">
              <a:lnSpc>
                <a:spcPct val="30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2000" dirty="0">
                <a:latin typeface="Arial" panose="020B0604020202020204" pitchFamily="34" charset="0"/>
              </a:rPr>
              <a:t>Provide user-friendly shopping experience</a:t>
            </a:r>
          </a:p>
          <a:p>
            <a:pPr marL="342900" lvl="0" indent="-342900" eaLnBrk="0" fontAlgn="base" hangingPunct="0">
              <a:lnSpc>
                <a:spcPct val="30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2000" dirty="0">
                <a:latin typeface="Arial" panose="020B0604020202020204" pitchFamily="34" charset="0"/>
              </a:rPr>
              <a:t>Enable admin to manage products easily</a:t>
            </a:r>
          </a:p>
          <a:p>
            <a:pPr marL="342900" lvl="0" indent="-342900" eaLnBrk="0" fontAlgn="base" hangingPunct="0">
              <a:lnSpc>
                <a:spcPct val="30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2000" dirty="0">
                <a:latin typeface="Arial" panose="020B0604020202020204" pitchFamily="34" charset="0"/>
              </a:rPr>
              <a:t>Reduce stock shortages</a:t>
            </a:r>
          </a:p>
          <a:p>
            <a:pPr marL="342900" lvl="0" indent="-342900" eaLnBrk="0" fontAlgn="base" hangingPunct="0">
              <a:lnSpc>
                <a:spcPct val="30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2000" dirty="0">
                <a:latin typeface="Arial" panose="020B0604020202020204" pitchFamily="34" charset="0"/>
              </a:rPr>
              <a:t>Maintain secure access control</a:t>
            </a: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B9EB1601-6B93-9440-E0FE-5F6778B4CCA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83671" y="4565827"/>
            <a:ext cx="1888932" cy="1600200"/>
          </a:xfrm>
          <a:prstGeom prst="rect">
            <a:avLst/>
          </a:prstGeom>
        </p:spPr>
      </p:pic>
      <p:sp>
        <p:nvSpPr>
          <p:cNvPr id="14" name="AutoShape 3" descr="blob:https://web.whatsapp.com/e385d589-8726-41a0-9505-1bf22d6a0cce"/>
          <p:cNvSpPr>
            <a:spLocks noChangeAspect="1" noChangeArrowheads="1"/>
          </p:cNvSpPr>
          <p:nvPr/>
        </p:nvSpPr>
        <p:spPr bwMode="auto">
          <a:xfrm>
            <a:off x="155574" y="-144463"/>
            <a:ext cx="6917029" cy="69170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19" name="Picture 18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76699" y="3273070"/>
            <a:ext cx="3620861" cy="3147987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2A37E71E-5299-2720-F41B-25CFDAD820B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86550" y="529040"/>
            <a:ext cx="2586038" cy="25860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8886111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1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4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13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100000">
              <a:schemeClr val="accent1">
                <a:lumMod val="5000"/>
                <a:lumOff val="95000"/>
              </a:schemeClr>
            </a:gs>
            <a:gs pos="28000">
              <a:srgbClr val="62CEF6"/>
            </a:gs>
            <a:gs pos="0">
              <a:srgbClr val="2190D2"/>
            </a:gs>
            <a:gs pos="80000">
              <a:srgbClr val="C5EDFC"/>
            </a:gs>
          </a:gsLst>
          <a:lin ang="5400000" scaled="1"/>
          <a:tileRect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0170627-8034-FC3D-7645-3B05B1D539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D7910474-FE98-F38C-B24F-6AF98313D1FE}"/>
              </a:ext>
            </a:extLst>
          </p:cNvPr>
          <p:cNvSpPr txBox="1"/>
          <p:nvPr/>
        </p:nvSpPr>
        <p:spPr>
          <a:xfrm>
            <a:off x="392216" y="580012"/>
            <a:ext cx="746267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5400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nton" pitchFamily="2" charset="0"/>
              </a:rPr>
              <a:t>SYSTEM</a:t>
            </a:r>
            <a:r>
              <a:rPr lang="en-US" sz="5400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sz="5400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nton" pitchFamily="2" charset="0"/>
              </a:rPr>
              <a:t>ARCHITECTURE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DDF1C7FA-9A98-85A9-28AE-8364B6A369E4}"/>
              </a:ext>
            </a:extLst>
          </p:cNvPr>
          <p:cNvSpPr/>
          <p:nvPr/>
        </p:nvSpPr>
        <p:spPr>
          <a:xfrm>
            <a:off x="0" y="0"/>
            <a:ext cx="9272588" cy="328613"/>
          </a:xfrm>
          <a:prstGeom prst="rect">
            <a:avLst/>
          </a:prstGeom>
          <a:gradFill flip="none" rotWithShape="1">
            <a:gsLst>
              <a:gs pos="100000">
                <a:srgbClr val="2190D2"/>
              </a:gs>
              <a:gs pos="0">
                <a:srgbClr val="2695D5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E6123D5-1BBF-4D8D-25B8-E38FC413CC8A}"/>
              </a:ext>
            </a:extLst>
          </p:cNvPr>
          <p:cNvSpPr txBox="1"/>
          <p:nvPr/>
        </p:nvSpPr>
        <p:spPr>
          <a:xfrm>
            <a:off x="14288" y="6441518"/>
            <a:ext cx="69055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solidFill>
                  <a:srgbClr val="002060"/>
                </a:solidFill>
                <a:latin typeface="Open sauce" panose="020B0604020202020204"/>
              </a:rPr>
              <a:t>3/10</a:t>
            </a:r>
          </a:p>
        </p:txBody>
      </p:sp>
      <p:sp>
        <p:nvSpPr>
          <p:cNvPr id="11" name="Rectangle 2"/>
          <p:cNvSpPr>
            <a:spLocks noChangeArrowheads="1"/>
          </p:cNvSpPr>
          <p:nvPr/>
        </p:nvSpPr>
        <p:spPr bwMode="auto">
          <a:xfrm>
            <a:off x="412747" y="1415528"/>
            <a:ext cx="4216219" cy="45365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342900" marR="0" lvl="0" indent="-342900" algn="l" defTabSz="914400" rtl="0" eaLnBrk="0" fontAlgn="base" latinLnBrk="0" hangingPunct="0">
              <a:lnSpc>
                <a:spcPct val="3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Client-server based architecture</a:t>
            </a:r>
          </a:p>
          <a:p>
            <a:pPr marL="342900" marR="0" lvl="0" indent="-342900" algn="l" defTabSz="914400" rtl="0" eaLnBrk="0" fontAlgn="base" latinLnBrk="0" hangingPunct="0">
              <a:lnSpc>
                <a:spcPct val="3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Blazor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UI for frontend</a:t>
            </a:r>
          </a:p>
          <a:p>
            <a:pPr marL="342900" marR="0" lvl="0" indent="-342900" algn="l" defTabSz="914400" rtl="0" eaLnBrk="0" fontAlgn="base" latinLnBrk="0" hangingPunct="0">
              <a:lnSpc>
                <a:spcPct val="3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App State for state management</a:t>
            </a:r>
          </a:p>
          <a:p>
            <a:pPr marL="342900" marR="0" lvl="0" indent="-342900" algn="l" defTabSz="914400" rtl="0" eaLnBrk="0" fontAlgn="base" latinLnBrk="0" hangingPunct="0">
              <a:lnSpc>
                <a:spcPct val="3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Central data handling service</a:t>
            </a:r>
          </a:p>
          <a:p>
            <a:pPr marL="342900" marR="0" lvl="0" indent="-342900" algn="l" defTabSz="914400" rtl="0" eaLnBrk="0" fontAlgn="base" latinLnBrk="0" hangingPunct="0">
              <a:lnSpc>
                <a:spcPct val="3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Role-based navigation</a:t>
            </a:r>
          </a:p>
        </p:txBody>
      </p:sp>
      <p:pic>
        <p:nvPicPr>
          <p:cNvPr id="14" name="Picture 13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04496" y="1415528"/>
            <a:ext cx="1717079" cy="1717079"/>
          </a:xfrm>
          <a:prstGeom prst="rect">
            <a:avLst/>
          </a:prstGeom>
        </p:spPr>
      </p:pic>
      <p:pic>
        <p:nvPicPr>
          <p:cNvPr id="1026" name="Picture 2" descr="Client server - Free computer icons">
            <a:extLst>
              <a:ext uri="{FF2B5EF4-FFF2-40B4-BE49-F238E27FC236}">
                <a16:creationId xmlns:a16="http://schemas.microsoft.com/office/drawing/2014/main" id="{1A68E78B-BC27-5AAE-3894-2843A798A14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411879" y="580012"/>
            <a:ext cx="2170452" cy="21704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5503C63D-AA95-261C-6B6E-9DAD609775F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274542" y="2126928"/>
            <a:ext cx="1362075" cy="1362075"/>
          </a:xfrm>
          <a:prstGeom prst="rect">
            <a:avLst/>
          </a:prstGeom>
        </p:spPr>
      </p:pic>
      <p:pic>
        <p:nvPicPr>
          <p:cNvPr id="1028" name="Picture 4" descr="Centralized - Free networking icons">
            <a:extLst>
              <a:ext uri="{FF2B5EF4-FFF2-40B4-BE49-F238E27FC236}">
                <a16:creationId xmlns:a16="http://schemas.microsoft.com/office/drawing/2014/main" id="{D859628E-A057-C4E9-3F7F-75BDA45E721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34014" y="3725394"/>
            <a:ext cx="1979015" cy="197901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4E192E22-E4D6-EE05-DFA6-51A307E2BC7B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701087" y="3489003"/>
            <a:ext cx="2614613" cy="26146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8871078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1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4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7" dur="500"/>
                                        <p:tgtEl>
                                          <p:spTgt spid="10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3" dur="500"/>
                                        <p:tgtEl>
                                          <p:spTgt spid="10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11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100000">
              <a:schemeClr val="accent1">
                <a:lumMod val="5000"/>
                <a:lumOff val="95000"/>
              </a:schemeClr>
            </a:gs>
            <a:gs pos="28000">
              <a:srgbClr val="62CEF6"/>
            </a:gs>
            <a:gs pos="0">
              <a:srgbClr val="2190D2"/>
            </a:gs>
            <a:gs pos="80000">
              <a:srgbClr val="C5EDFC"/>
            </a:gs>
          </a:gsLst>
          <a:lin ang="5400000" scaled="1"/>
          <a:tileRect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398D2D4-6202-20B1-0783-ADE4DEC134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3C7A71AA-C097-703E-FFB6-A0E817B0B127}"/>
              </a:ext>
            </a:extLst>
          </p:cNvPr>
          <p:cNvSpPr txBox="1"/>
          <p:nvPr/>
        </p:nvSpPr>
        <p:spPr>
          <a:xfrm>
            <a:off x="392216" y="476773"/>
            <a:ext cx="746267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5400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nton" pitchFamily="2" charset="0"/>
              </a:rPr>
              <a:t>Modules Overview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9FDC63DB-1A14-1879-4BC4-2E7150AF582C}"/>
              </a:ext>
            </a:extLst>
          </p:cNvPr>
          <p:cNvSpPr/>
          <p:nvPr/>
        </p:nvSpPr>
        <p:spPr>
          <a:xfrm>
            <a:off x="0" y="0"/>
            <a:ext cx="9272588" cy="328613"/>
          </a:xfrm>
          <a:prstGeom prst="rect">
            <a:avLst/>
          </a:prstGeom>
          <a:gradFill flip="none" rotWithShape="1">
            <a:gsLst>
              <a:gs pos="100000">
                <a:srgbClr val="2190D2"/>
              </a:gs>
              <a:gs pos="0">
                <a:srgbClr val="2695D5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075" name="Picture 3" descr="Download Free Inventory Icons in PNG &amp; SVG">
            <a:extLst>
              <a:ext uri="{FF2B5EF4-FFF2-40B4-BE49-F238E27FC236}">
                <a16:creationId xmlns:a16="http://schemas.microsoft.com/office/drawing/2014/main" id="{CF472742-B6DD-BE81-C140-1A9E44ECAD3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36911" y="3536671"/>
            <a:ext cx="2438400" cy="2438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401F57C8-DFC4-D15F-BB28-3DC6F2D01B6F}"/>
              </a:ext>
            </a:extLst>
          </p:cNvPr>
          <p:cNvSpPr txBox="1"/>
          <p:nvPr/>
        </p:nvSpPr>
        <p:spPr>
          <a:xfrm>
            <a:off x="14288" y="6441518"/>
            <a:ext cx="69055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solidFill>
                  <a:srgbClr val="002060"/>
                </a:solidFill>
                <a:latin typeface="Open sauce" panose="020B0604020202020204"/>
              </a:rPr>
              <a:t>4/10</a:t>
            </a:r>
          </a:p>
        </p:txBody>
      </p:sp>
      <p:sp>
        <p:nvSpPr>
          <p:cNvPr id="4" name="Rectangle 1"/>
          <p:cNvSpPr>
            <a:spLocks noChangeArrowheads="1"/>
          </p:cNvSpPr>
          <p:nvPr/>
        </p:nvSpPr>
        <p:spPr bwMode="auto">
          <a:xfrm>
            <a:off x="392216" y="1539833"/>
            <a:ext cx="3068469" cy="470898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342900" marR="0" lvl="0" indent="-342900" algn="l" defTabSz="914400" rtl="0" eaLnBrk="0" fontAlgn="base" latinLnBrk="0" hangingPunct="0">
              <a:lnSpc>
                <a:spcPct val="3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Authentication Module</a:t>
            </a:r>
          </a:p>
          <a:p>
            <a:pPr marL="342900" marR="0" lvl="0" indent="-342900" algn="l" defTabSz="914400" rtl="0" eaLnBrk="0" fontAlgn="base" latinLnBrk="0" hangingPunct="0">
              <a:lnSpc>
                <a:spcPct val="3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Customer Module</a:t>
            </a:r>
          </a:p>
          <a:p>
            <a:pPr marL="342900" marR="0" lvl="0" indent="-342900" algn="l" defTabSz="914400" rtl="0" eaLnBrk="0" fontAlgn="base" latinLnBrk="0" hangingPunct="0">
              <a:lnSpc>
                <a:spcPct val="3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Admin Module</a:t>
            </a:r>
          </a:p>
          <a:p>
            <a:pPr marL="342900" marR="0" lvl="0" indent="-342900" algn="l" defTabSz="914400" rtl="0" eaLnBrk="0" fontAlgn="base" latinLnBrk="0" hangingPunct="0">
              <a:lnSpc>
                <a:spcPct val="3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Product Management</a:t>
            </a:r>
          </a:p>
          <a:p>
            <a:pPr marL="342900" marR="0" lvl="0" indent="-342900" algn="l" defTabSz="914400" rtl="0" eaLnBrk="0" fontAlgn="base" latinLnBrk="0" hangingPunct="0">
              <a:lnSpc>
                <a:spcPct val="3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Order Processing</a:t>
            </a: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69301" y="1703334"/>
            <a:ext cx="1560976" cy="1560976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5458937D-CA04-25C9-F2B6-B6C53159869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575311" y="1400103"/>
            <a:ext cx="4021511" cy="1833337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</p:spTree>
    <p:extLst>
      <p:ext uri="{BB962C8B-B14F-4D97-AF65-F5344CB8AC3E}">
        <p14:creationId xmlns:p14="http://schemas.microsoft.com/office/powerpoint/2010/main" val="299306191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1" dur="500"/>
                                        <p:tgtEl>
                                          <p:spTgt spid="30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4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4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100000">
              <a:schemeClr val="accent1">
                <a:lumMod val="5000"/>
                <a:lumOff val="95000"/>
              </a:schemeClr>
            </a:gs>
            <a:gs pos="28000">
              <a:srgbClr val="62CEF6"/>
            </a:gs>
            <a:gs pos="0">
              <a:srgbClr val="2190D2"/>
            </a:gs>
            <a:gs pos="80000">
              <a:srgbClr val="C5EDFC"/>
            </a:gs>
          </a:gsLst>
          <a:lin ang="5400000" scaled="1"/>
          <a:tileRect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9E741C5-E6EB-0233-EBBC-14B83838CB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EEBCD082-C86D-4661-83B9-E0CD4D6934E0}"/>
              </a:ext>
            </a:extLst>
          </p:cNvPr>
          <p:cNvSpPr txBox="1"/>
          <p:nvPr/>
        </p:nvSpPr>
        <p:spPr>
          <a:xfrm>
            <a:off x="359565" y="490235"/>
            <a:ext cx="8528403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5400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nton" pitchFamily="2" charset="0"/>
              </a:rPr>
              <a:t>ADMIN PANEL OVERVIEW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A2C1426E-64A5-B8C1-5922-084F97ABCDA1}"/>
              </a:ext>
            </a:extLst>
          </p:cNvPr>
          <p:cNvSpPr/>
          <p:nvPr/>
        </p:nvSpPr>
        <p:spPr>
          <a:xfrm>
            <a:off x="0" y="0"/>
            <a:ext cx="9272588" cy="328613"/>
          </a:xfrm>
          <a:prstGeom prst="rect">
            <a:avLst/>
          </a:prstGeom>
          <a:gradFill flip="none" rotWithShape="1">
            <a:gsLst>
              <a:gs pos="100000">
                <a:srgbClr val="2190D2"/>
              </a:gs>
              <a:gs pos="0">
                <a:srgbClr val="2695D5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C85AA9F-81D3-86C8-691D-7A57E264A931}"/>
              </a:ext>
            </a:extLst>
          </p:cNvPr>
          <p:cNvSpPr txBox="1"/>
          <p:nvPr/>
        </p:nvSpPr>
        <p:spPr>
          <a:xfrm>
            <a:off x="14288" y="6441518"/>
            <a:ext cx="69055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solidFill>
                  <a:srgbClr val="002060"/>
                </a:solidFill>
                <a:latin typeface="Open sauce" panose="020B0604020202020204"/>
              </a:rPr>
              <a:t>5/10</a:t>
            </a:r>
          </a:p>
        </p:txBody>
      </p:sp>
      <p:sp>
        <p:nvSpPr>
          <p:cNvPr id="7" name="Rectangle 1"/>
          <p:cNvSpPr>
            <a:spLocks noChangeArrowheads="1"/>
          </p:cNvSpPr>
          <p:nvPr/>
        </p:nvSpPr>
        <p:spPr bwMode="auto">
          <a:xfrm>
            <a:off x="450952" y="1327356"/>
            <a:ext cx="3366627" cy="470898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342900" marR="0" lvl="0" indent="-342900" algn="l" defTabSz="914400" rtl="0" eaLnBrk="0" fontAlgn="base" latinLnBrk="0" hangingPunct="0">
              <a:lnSpc>
                <a:spcPct val="3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Dashboard with statistics</a:t>
            </a:r>
          </a:p>
          <a:p>
            <a:pPr marL="342900" marR="0" lvl="0" indent="-342900" algn="l" defTabSz="914400" rtl="0" eaLnBrk="0" fontAlgn="base" latinLnBrk="0" hangingPunct="0">
              <a:lnSpc>
                <a:spcPct val="3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Total products count</a:t>
            </a:r>
          </a:p>
          <a:p>
            <a:pPr marL="342900" marR="0" lvl="0" indent="-342900" algn="l" defTabSz="914400" rtl="0" eaLnBrk="0" fontAlgn="base" latinLnBrk="0" hangingPunct="0">
              <a:lnSpc>
                <a:spcPct val="3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Low stock alerts</a:t>
            </a:r>
          </a:p>
          <a:p>
            <a:pPr marL="342900" marR="0" lvl="0" indent="-342900" algn="l" defTabSz="914400" rtl="0" eaLnBrk="0" fontAlgn="base" latinLnBrk="0" hangingPunct="0">
              <a:lnSpc>
                <a:spcPct val="3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Total orders view</a:t>
            </a:r>
          </a:p>
          <a:p>
            <a:pPr marL="342900" marR="0" lvl="0" indent="-342900" algn="l" defTabSz="914400" rtl="0" eaLnBrk="0" fontAlgn="base" latinLnBrk="0" hangingPunct="0">
              <a:lnSpc>
                <a:spcPct val="3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Quick navigation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97DA118-A686-574B-A029-491FC1AD090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55698" y="2131261"/>
            <a:ext cx="7685350" cy="3592560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</p:spTree>
    <p:extLst>
      <p:ext uri="{BB962C8B-B14F-4D97-AF65-F5344CB8AC3E}">
        <p14:creationId xmlns:p14="http://schemas.microsoft.com/office/powerpoint/2010/main" val="338454923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7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100000">
              <a:schemeClr val="accent1">
                <a:lumMod val="5000"/>
                <a:lumOff val="95000"/>
              </a:schemeClr>
            </a:gs>
            <a:gs pos="28000">
              <a:srgbClr val="62CEF6"/>
            </a:gs>
            <a:gs pos="0">
              <a:srgbClr val="2190D2"/>
            </a:gs>
            <a:gs pos="80000">
              <a:srgbClr val="C5EDFC"/>
            </a:gs>
          </a:gsLst>
          <a:lin ang="5400000" scaled="1"/>
          <a:tileRect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9E741C5-E6EB-0233-EBBC-14B83838CB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EEBCD082-C86D-4661-83B9-E0CD4D6934E0}"/>
              </a:ext>
            </a:extLst>
          </p:cNvPr>
          <p:cNvSpPr txBox="1"/>
          <p:nvPr/>
        </p:nvSpPr>
        <p:spPr>
          <a:xfrm>
            <a:off x="359565" y="490235"/>
            <a:ext cx="8528403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5400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nton" pitchFamily="2" charset="0"/>
              </a:rPr>
              <a:t>ADMIN PANEL FEATURES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A2C1426E-64A5-B8C1-5922-084F97ABCDA1}"/>
              </a:ext>
            </a:extLst>
          </p:cNvPr>
          <p:cNvSpPr/>
          <p:nvPr/>
        </p:nvSpPr>
        <p:spPr>
          <a:xfrm>
            <a:off x="0" y="0"/>
            <a:ext cx="9272588" cy="328613"/>
          </a:xfrm>
          <a:prstGeom prst="rect">
            <a:avLst/>
          </a:prstGeom>
          <a:gradFill flip="none" rotWithShape="1">
            <a:gsLst>
              <a:gs pos="100000">
                <a:srgbClr val="2190D2"/>
              </a:gs>
              <a:gs pos="0">
                <a:srgbClr val="2695D5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C85AA9F-81D3-86C8-691D-7A57E264A931}"/>
              </a:ext>
            </a:extLst>
          </p:cNvPr>
          <p:cNvSpPr txBox="1"/>
          <p:nvPr/>
        </p:nvSpPr>
        <p:spPr>
          <a:xfrm>
            <a:off x="14288" y="6441518"/>
            <a:ext cx="69055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solidFill>
                  <a:srgbClr val="002060"/>
                </a:solidFill>
                <a:latin typeface="Open sauce" panose="020B0604020202020204"/>
              </a:rPr>
              <a:t>6/10</a:t>
            </a:r>
          </a:p>
        </p:txBody>
      </p:sp>
      <p:sp>
        <p:nvSpPr>
          <p:cNvPr id="7" name="Rectangle 1"/>
          <p:cNvSpPr>
            <a:spLocks noChangeArrowheads="1"/>
          </p:cNvSpPr>
          <p:nvPr/>
        </p:nvSpPr>
        <p:spPr bwMode="auto">
          <a:xfrm>
            <a:off x="359565" y="1201771"/>
            <a:ext cx="3095719" cy="470898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342900" marR="0" lvl="0" indent="-342900" algn="l" defTabSz="914400" rtl="0" eaLnBrk="0" fontAlgn="base" latinLnBrk="0" hangingPunct="0">
              <a:lnSpc>
                <a:spcPct val="3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Add new products</a:t>
            </a:r>
          </a:p>
          <a:p>
            <a:pPr marL="342900" marR="0" lvl="0" indent="-342900" algn="l" defTabSz="914400" rtl="0" eaLnBrk="0" fontAlgn="base" latinLnBrk="0" hangingPunct="0">
              <a:lnSpc>
                <a:spcPct val="3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Update product details</a:t>
            </a:r>
          </a:p>
          <a:p>
            <a:pPr marL="342900" marR="0" lvl="0" indent="-342900" algn="l" defTabSz="914400" rtl="0" eaLnBrk="0" fontAlgn="base" latinLnBrk="0" hangingPunct="0">
              <a:lnSpc>
                <a:spcPct val="3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Delete products</a:t>
            </a:r>
          </a:p>
          <a:p>
            <a:pPr marL="342900" marR="0" lvl="0" indent="-342900" algn="l" defTabSz="914400" rtl="0" eaLnBrk="0" fontAlgn="base" latinLnBrk="0" hangingPunct="0">
              <a:lnSpc>
                <a:spcPct val="3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Manage stock levels</a:t>
            </a:r>
          </a:p>
          <a:p>
            <a:pPr marL="342900" marR="0" lvl="0" indent="-342900" algn="l" defTabSz="914400" rtl="0" eaLnBrk="0" fontAlgn="base" latinLnBrk="0" hangingPunct="0">
              <a:lnSpc>
                <a:spcPct val="3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View customer orders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58031C94-F804-69CF-EC08-E594E61C328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98123" y="1946774"/>
            <a:ext cx="7834312" cy="3430769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</p:spTree>
    <p:extLst>
      <p:ext uri="{BB962C8B-B14F-4D97-AF65-F5344CB8AC3E}">
        <p14:creationId xmlns:p14="http://schemas.microsoft.com/office/powerpoint/2010/main" val="11260801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ldTgt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9" dur="500"/>
                                        <p:tgtEl>
                                          <p:sldTgt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7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100000">
              <a:schemeClr val="accent1">
                <a:lumMod val="5000"/>
                <a:lumOff val="95000"/>
              </a:schemeClr>
            </a:gs>
            <a:gs pos="28000">
              <a:srgbClr val="62CEF6"/>
            </a:gs>
            <a:gs pos="0">
              <a:srgbClr val="2190D2"/>
            </a:gs>
            <a:gs pos="80000">
              <a:srgbClr val="C5EDFC"/>
            </a:gs>
          </a:gsLst>
          <a:lin ang="5400000" scaled="1"/>
          <a:tileRect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A631D55-8EA4-97FA-C9C8-3EA5112FB2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9D0F1A90-BA07-7152-FED3-0252804EF890}"/>
              </a:ext>
            </a:extLst>
          </p:cNvPr>
          <p:cNvSpPr txBox="1"/>
          <p:nvPr/>
        </p:nvSpPr>
        <p:spPr>
          <a:xfrm>
            <a:off x="392216" y="476773"/>
            <a:ext cx="10132528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5400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nton" pitchFamily="2" charset="0"/>
              </a:rPr>
              <a:t>CUSTOMER PANEL OVERVIEW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206BD677-965A-A3D4-30E3-00448EEE2163}"/>
              </a:ext>
            </a:extLst>
          </p:cNvPr>
          <p:cNvSpPr/>
          <p:nvPr/>
        </p:nvSpPr>
        <p:spPr>
          <a:xfrm>
            <a:off x="0" y="0"/>
            <a:ext cx="9272588" cy="328613"/>
          </a:xfrm>
          <a:prstGeom prst="rect">
            <a:avLst/>
          </a:prstGeom>
          <a:gradFill flip="none" rotWithShape="1">
            <a:gsLst>
              <a:gs pos="100000">
                <a:srgbClr val="2190D2"/>
              </a:gs>
              <a:gs pos="0">
                <a:srgbClr val="2695D5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DD87100-7B8A-C45E-E402-A2FEE2F87B71}"/>
              </a:ext>
            </a:extLst>
          </p:cNvPr>
          <p:cNvSpPr txBox="1"/>
          <p:nvPr/>
        </p:nvSpPr>
        <p:spPr>
          <a:xfrm>
            <a:off x="14288" y="6441518"/>
            <a:ext cx="69055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solidFill>
                  <a:srgbClr val="002060"/>
                </a:solidFill>
                <a:latin typeface="Open sauce" panose="020B0604020202020204"/>
              </a:rPr>
              <a:t>7/10</a:t>
            </a:r>
          </a:p>
        </p:txBody>
      </p:sp>
      <p:sp>
        <p:nvSpPr>
          <p:cNvPr id="6" name="Rectangle 2"/>
          <p:cNvSpPr>
            <a:spLocks noChangeArrowheads="1"/>
          </p:cNvSpPr>
          <p:nvPr/>
        </p:nvSpPr>
        <p:spPr bwMode="auto">
          <a:xfrm>
            <a:off x="501926" y="1406227"/>
            <a:ext cx="3565400" cy="470898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342900" marR="0" lvl="0" indent="-342900" algn="l" defTabSz="914400" rtl="0" eaLnBrk="0" fontAlgn="base" latinLnBrk="0" hangingPunct="0">
              <a:lnSpc>
                <a:spcPct val="3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Product browsing interface</a:t>
            </a:r>
          </a:p>
          <a:p>
            <a:pPr marL="342900" marR="0" lvl="0" indent="-342900" algn="l" defTabSz="914400" rtl="0" eaLnBrk="0" fontAlgn="base" latinLnBrk="0" hangingPunct="0">
              <a:lnSpc>
                <a:spcPct val="3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Add products to cart</a:t>
            </a:r>
          </a:p>
          <a:p>
            <a:pPr marL="342900" marR="0" lvl="0" indent="-342900" algn="l" defTabSz="914400" rtl="0" eaLnBrk="0" fontAlgn="base" latinLnBrk="0" hangingPunct="0">
              <a:lnSpc>
                <a:spcPct val="3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Quantity management</a:t>
            </a:r>
          </a:p>
          <a:p>
            <a:pPr marL="342900" marR="0" lvl="0" indent="-342900" algn="l" defTabSz="914400" rtl="0" eaLnBrk="0" fontAlgn="base" latinLnBrk="0" hangingPunct="0">
              <a:lnSpc>
                <a:spcPct val="3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Checkout process</a:t>
            </a:r>
          </a:p>
          <a:p>
            <a:pPr marL="342900" marR="0" lvl="0" indent="-342900" algn="l" defTabSz="914400" rtl="0" eaLnBrk="0" fontAlgn="base" latinLnBrk="0" hangingPunct="0">
              <a:lnSpc>
                <a:spcPct val="3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Order confirmation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08B08224-6078-6227-75C1-EC5DBEBAF9E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35233" y="2037520"/>
            <a:ext cx="7378886" cy="3446393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</p:spTree>
    <p:extLst>
      <p:ext uri="{BB962C8B-B14F-4D97-AF65-F5344CB8AC3E}">
        <p14:creationId xmlns:p14="http://schemas.microsoft.com/office/powerpoint/2010/main" val="259124535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100000">
              <a:schemeClr val="accent1">
                <a:lumMod val="5000"/>
                <a:lumOff val="95000"/>
              </a:schemeClr>
            </a:gs>
            <a:gs pos="28000">
              <a:srgbClr val="62CEF6"/>
            </a:gs>
            <a:gs pos="0">
              <a:srgbClr val="2190D2"/>
            </a:gs>
            <a:gs pos="80000">
              <a:srgbClr val="C5EDFC"/>
            </a:gs>
          </a:gsLst>
          <a:lin ang="5400000" scaled="1"/>
          <a:tileRect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68F19F1-AE45-19DC-4217-B50A1C4E32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D2F12C0B-B6E3-9A69-8C1A-99E43FA3007A}"/>
              </a:ext>
            </a:extLst>
          </p:cNvPr>
          <p:cNvSpPr txBox="1"/>
          <p:nvPr/>
        </p:nvSpPr>
        <p:spPr>
          <a:xfrm>
            <a:off x="392216" y="476773"/>
            <a:ext cx="10287976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5400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nton" pitchFamily="2" charset="0"/>
              </a:rPr>
              <a:t>CUSTOMER PANEL FEATURES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09A6D347-D938-3D96-3AF2-9A10D2E1F9F5}"/>
              </a:ext>
            </a:extLst>
          </p:cNvPr>
          <p:cNvSpPr/>
          <p:nvPr/>
        </p:nvSpPr>
        <p:spPr>
          <a:xfrm>
            <a:off x="0" y="0"/>
            <a:ext cx="9272588" cy="328613"/>
          </a:xfrm>
          <a:prstGeom prst="rect">
            <a:avLst/>
          </a:prstGeom>
          <a:gradFill flip="none" rotWithShape="1">
            <a:gsLst>
              <a:gs pos="100000">
                <a:srgbClr val="2190D2"/>
              </a:gs>
              <a:gs pos="0">
                <a:srgbClr val="2695D5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43D6183-DE0F-5EA8-698C-E952912D91D1}"/>
              </a:ext>
            </a:extLst>
          </p:cNvPr>
          <p:cNvSpPr txBox="1"/>
          <p:nvPr/>
        </p:nvSpPr>
        <p:spPr>
          <a:xfrm>
            <a:off x="14288" y="6441518"/>
            <a:ext cx="69055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solidFill>
                  <a:srgbClr val="002060"/>
                </a:solidFill>
                <a:latin typeface="Open sauce" panose="020B0604020202020204"/>
              </a:rPr>
              <a:t>8/10</a:t>
            </a:r>
          </a:p>
        </p:txBody>
      </p:sp>
      <p:sp>
        <p:nvSpPr>
          <p:cNvPr id="9" name="Rectangle 2"/>
          <p:cNvSpPr>
            <a:spLocks noChangeArrowheads="1"/>
          </p:cNvSpPr>
          <p:nvPr/>
        </p:nvSpPr>
        <p:spPr bwMode="auto">
          <a:xfrm>
            <a:off x="333300" y="1255049"/>
            <a:ext cx="4203395" cy="470898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342900" marR="0" lvl="0" indent="-342900" algn="l" defTabSz="914400" rtl="0" eaLnBrk="0" fontAlgn="base" latinLnBrk="0" hangingPunct="0">
              <a:lnSpc>
                <a:spcPct val="3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View available products</a:t>
            </a:r>
          </a:p>
          <a:p>
            <a:pPr marL="342900" marR="0" lvl="0" indent="-342900" algn="l" defTabSz="914400" rtl="0" eaLnBrk="0" fontAlgn="base" latinLnBrk="0" hangingPunct="0">
              <a:lnSpc>
                <a:spcPct val="3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Add / remove cart items</a:t>
            </a:r>
          </a:p>
          <a:p>
            <a:pPr marL="342900" marR="0" lvl="0" indent="-342900" algn="l" defTabSz="914400" rtl="0" eaLnBrk="0" fontAlgn="base" latinLnBrk="0" hangingPunct="0">
              <a:lnSpc>
                <a:spcPct val="3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Quantity increment &amp; decrement</a:t>
            </a:r>
          </a:p>
          <a:p>
            <a:pPr marL="342900" marR="0" lvl="0" indent="-342900" algn="l" defTabSz="914400" rtl="0" eaLnBrk="0" fontAlgn="base" latinLnBrk="0" hangingPunct="0">
              <a:lnSpc>
                <a:spcPct val="3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Toast notifications</a:t>
            </a:r>
          </a:p>
          <a:p>
            <a:pPr marL="342900" marR="0" lvl="0" indent="-342900" algn="l" defTabSz="914400" rtl="0" eaLnBrk="0" fontAlgn="base" latinLnBrk="0" hangingPunct="0">
              <a:lnSpc>
                <a:spcPct val="3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Secure checkout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FA4BE53B-93CE-5F91-EE40-4BEF2FFD63A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43328" y="1383641"/>
            <a:ext cx="6378281" cy="1476078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2C7EA0BC-AB49-09B5-8697-6E8BBCB35C9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43328" y="2915938"/>
            <a:ext cx="6408721" cy="1732288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6FE7BA36-7B1D-FE2B-77CA-4D44E3EA5F8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568932" y="4688423"/>
            <a:ext cx="8183117" cy="1829055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</p:spTree>
    <p:extLst>
      <p:ext uri="{BB962C8B-B14F-4D97-AF65-F5344CB8AC3E}">
        <p14:creationId xmlns:p14="http://schemas.microsoft.com/office/powerpoint/2010/main" val="383409089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9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100000">
              <a:schemeClr val="accent1">
                <a:lumMod val="5000"/>
                <a:lumOff val="95000"/>
              </a:schemeClr>
            </a:gs>
            <a:gs pos="28000">
              <a:srgbClr val="62CEF6"/>
            </a:gs>
            <a:gs pos="0">
              <a:srgbClr val="2190D2"/>
            </a:gs>
            <a:gs pos="80000">
              <a:srgbClr val="C5EDFC"/>
            </a:gs>
          </a:gsLst>
          <a:lin ang="5400000" scaled="1"/>
          <a:tileRect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9E0DAA8-8EB1-995F-17FC-3FC20AC9DA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FE691B61-BB1B-B565-164D-C88B29719D9F}"/>
              </a:ext>
            </a:extLst>
          </p:cNvPr>
          <p:cNvSpPr/>
          <p:nvPr/>
        </p:nvSpPr>
        <p:spPr>
          <a:xfrm>
            <a:off x="0" y="0"/>
            <a:ext cx="9272588" cy="328613"/>
          </a:xfrm>
          <a:prstGeom prst="rect">
            <a:avLst/>
          </a:prstGeom>
          <a:gradFill flip="none" rotWithShape="1">
            <a:gsLst>
              <a:gs pos="100000">
                <a:srgbClr val="2190D2"/>
              </a:gs>
              <a:gs pos="0">
                <a:srgbClr val="2695D5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4B4AC13-1E70-A580-83CD-BCC57F64D703}"/>
              </a:ext>
            </a:extLst>
          </p:cNvPr>
          <p:cNvSpPr txBox="1"/>
          <p:nvPr/>
        </p:nvSpPr>
        <p:spPr>
          <a:xfrm>
            <a:off x="389330" y="486844"/>
            <a:ext cx="10181133" cy="8617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5000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nton" pitchFamily="2" charset="0"/>
              </a:rPr>
              <a:t>CHALLENGES &amp; SOLUTIONS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27185A5-966C-C840-ADF1-FC81FE27835C}"/>
              </a:ext>
            </a:extLst>
          </p:cNvPr>
          <p:cNvSpPr txBox="1"/>
          <p:nvPr/>
        </p:nvSpPr>
        <p:spPr>
          <a:xfrm>
            <a:off x="496491" y="1517895"/>
            <a:ext cx="6193630" cy="50167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lnSpc>
                <a:spcPct val="200000"/>
              </a:lnSpc>
              <a:buFont typeface="Wingdings" panose="05000000000000000000" pitchFamily="2" charset="2"/>
              <a:buChar char="Ø"/>
            </a:pPr>
            <a:r>
              <a:rPr 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Challenges</a:t>
            </a:r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State synchronization</a:t>
            </a:r>
          </a:p>
          <a:p>
            <a:pPr marL="342900" indent="-3429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Role-based access</a:t>
            </a:r>
          </a:p>
          <a:p>
            <a:pPr marL="342900" indent="-3429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Cart handling issues</a:t>
            </a:r>
          </a:p>
          <a:p>
            <a:pPr marL="342900" indent="-342900">
              <a:lnSpc>
                <a:spcPct val="200000"/>
              </a:lnSpc>
              <a:buFont typeface="Wingdings" panose="05000000000000000000" pitchFamily="2" charset="2"/>
              <a:buChar char="Ø"/>
            </a:pPr>
            <a:r>
              <a:rPr 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Solutions</a:t>
            </a:r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000" dirty="0" err="1">
                <a:latin typeface="Arial" panose="020B0604020202020204" pitchFamily="34" charset="0"/>
                <a:cs typeface="Arial" panose="020B0604020202020204" pitchFamily="34" charset="0"/>
              </a:rPr>
              <a:t>AppState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management</a:t>
            </a:r>
          </a:p>
          <a:p>
            <a:pPr marL="342900" indent="-3429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000" dirty="0" err="1">
                <a:latin typeface="Arial" panose="020B0604020202020204" pitchFamily="34" charset="0"/>
                <a:cs typeface="Arial" panose="020B0604020202020204" pitchFamily="34" charset="0"/>
              </a:rPr>
              <a:t>AuthService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authorization</a:t>
            </a:r>
          </a:p>
          <a:p>
            <a:pPr marL="342900" indent="-3429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Controlled cart logic</a:t>
            </a:r>
          </a:p>
        </p:txBody>
      </p:sp>
      <p:pic>
        <p:nvPicPr>
          <p:cNvPr id="4099" name="Picture 3" descr="lady beetle&quot; Emoji - Download for free – Iconduck">
            <a:extLst>
              <a:ext uri="{FF2B5EF4-FFF2-40B4-BE49-F238E27FC236}">
                <a16:creationId xmlns:a16="http://schemas.microsoft.com/office/drawing/2014/main" id="{94E76E3F-9D43-28CD-6FD0-D0D92855FB4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905" b="99548" l="1316" r="98246">
                        <a14:foregroundMark x1="10088" y1="42534" x2="1754" y2="48416"/>
                        <a14:foregroundMark x1="40351" y1="94570" x2="58333" y2="92760"/>
                        <a14:foregroundMark x1="87719" y1="45249" x2="98246" y2="51131"/>
                        <a14:foregroundMark x1="89035" y1="95928" x2="89912" y2="99548"/>
                        <a14:foregroundMark x1="41667" y1="3620" x2="45175" y2="9955"/>
                        <a14:foregroundMark x1="60965" y1="905" x2="60965" y2="4525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67507" y="1676126"/>
            <a:ext cx="614168" cy="59531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101" name="Picture 5" descr="🔧 Wrench Emoji: Meaning &amp; Usage">
            <a:extLst>
              <a:ext uri="{FF2B5EF4-FFF2-40B4-BE49-F238E27FC236}">
                <a16:creationId xmlns:a16="http://schemas.microsoft.com/office/drawing/2014/main" id="{AFE4B412-1CDC-364E-B546-59BA6567780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56995" y="4652059"/>
            <a:ext cx="1481137" cy="148113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499903EA-3916-8101-105F-CD9AAACB8746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backgroundRemoval t="10000" b="90000" l="10000" r="90000">
                        <a14:foregroundMark x1="30511" y1="33067" x2="32109" y2="39776"/>
                        <a14:foregroundMark x1="53514" y1="13578" x2="62300" y2="27796"/>
                        <a14:foregroundMark x1="71885" y1="42652" x2="79073" y2="52716"/>
                        <a14:foregroundMark x1="79073" y1="52716" x2="79553" y2="55112"/>
                        <a14:foregroundMark x1="53674" y1="35144" x2="55911" y2="45048"/>
                        <a14:foregroundMark x1="64537" y1="68211" x2="70447" y2="81629"/>
                        <a14:backgroundMark x1="51118" y1="82907" x2="43131" y2="87380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6033380" y="2871442"/>
            <a:ext cx="1313481" cy="1313481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94036BE1-E743-8ADD-4CAB-279F29D31924}"/>
              </a:ext>
            </a:extLst>
          </p:cNvPr>
          <p:cNvSpPr txBox="1"/>
          <p:nvPr/>
        </p:nvSpPr>
        <p:spPr>
          <a:xfrm>
            <a:off x="14288" y="6441518"/>
            <a:ext cx="9144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solidFill>
                  <a:srgbClr val="002060"/>
                </a:solidFill>
                <a:latin typeface="Open sauce" panose="020B0604020202020204"/>
              </a:rPr>
              <a:t>9/10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16315" y="2743524"/>
            <a:ext cx="1441399" cy="1441399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D264677D-12AF-2402-3DE4-0BE4552AA3D0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524961" y="557206"/>
            <a:ext cx="4369968" cy="5884312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</p:spTree>
    <p:extLst>
      <p:ext uri="{BB962C8B-B14F-4D97-AF65-F5344CB8AC3E}">
        <p14:creationId xmlns:p14="http://schemas.microsoft.com/office/powerpoint/2010/main" val="313394729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1" dur="500"/>
                                        <p:tgtEl>
                                          <p:spTgt spid="40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4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7" dur="500"/>
                                        <p:tgtEl>
                                          <p:spTgt spid="41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10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100000">
              <a:schemeClr val="accent1">
                <a:lumMod val="5000"/>
                <a:lumOff val="95000"/>
              </a:schemeClr>
            </a:gs>
            <a:gs pos="28000">
              <a:srgbClr val="62CEF6"/>
            </a:gs>
            <a:gs pos="0">
              <a:srgbClr val="2190D2"/>
            </a:gs>
            <a:gs pos="80000">
              <a:srgbClr val="C5EDFC"/>
            </a:gs>
          </a:gsLst>
          <a:lin ang="5400000" scaled="1"/>
          <a:tileRect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97D0584-169C-8565-40C2-3B772AB96F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7E2B14CF-98D1-88C2-9AB1-FEEABE2A675B}"/>
              </a:ext>
            </a:extLst>
          </p:cNvPr>
          <p:cNvSpPr txBox="1"/>
          <p:nvPr/>
        </p:nvSpPr>
        <p:spPr>
          <a:xfrm>
            <a:off x="403277" y="491059"/>
            <a:ext cx="8694634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6000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nton" pitchFamily="2" charset="0"/>
              </a:rPr>
              <a:t>CONCLUSION</a:t>
            </a:r>
            <a:endParaRPr lang="en-US" sz="5400" dirty="0">
              <a:solidFill>
                <a:srgbClr val="00206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nton" pitchFamily="2" charset="0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7EC23B6B-B7A5-B041-1E98-6850E7D09A19}"/>
              </a:ext>
            </a:extLst>
          </p:cNvPr>
          <p:cNvSpPr/>
          <p:nvPr/>
        </p:nvSpPr>
        <p:spPr>
          <a:xfrm>
            <a:off x="0" y="0"/>
            <a:ext cx="9272588" cy="328613"/>
          </a:xfrm>
          <a:prstGeom prst="rect">
            <a:avLst/>
          </a:prstGeom>
          <a:gradFill flip="none" rotWithShape="1">
            <a:gsLst>
              <a:gs pos="100000">
                <a:srgbClr val="2190D2"/>
              </a:gs>
              <a:gs pos="0">
                <a:srgbClr val="2695D5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A5221D5-84AA-DDAF-10F9-6CC340990875}"/>
              </a:ext>
            </a:extLst>
          </p:cNvPr>
          <p:cNvSpPr txBox="1"/>
          <p:nvPr/>
        </p:nvSpPr>
        <p:spPr>
          <a:xfrm>
            <a:off x="14287" y="6441518"/>
            <a:ext cx="94297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solidFill>
                  <a:srgbClr val="002060"/>
                </a:solidFill>
                <a:latin typeface="Open sauce" panose="020B0604020202020204"/>
              </a:rPr>
              <a:t>10/10</a:t>
            </a:r>
          </a:p>
        </p:txBody>
      </p:sp>
      <p:sp>
        <p:nvSpPr>
          <p:cNvPr id="12" name="Rectangle 1"/>
          <p:cNvSpPr>
            <a:spLocks noChangeArrowheads="1"/>
          </p:cNvSpPr>
          <p:nvPr/>
        </p:nvSpPr>
        <p:spPr bwMode="auto">
          <a:xfrm>
            <a:off x="485774" y="1301953"/>
            <a:ext cx="4450257" cy="470898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342900" marR="0" lvl="0" indent="-342900" algn="l" defTabSz="914400" rtl="0" eaLnBrk="0" fontAlgn="base" latinLnBrk="0" hangingPunct="0">
              <a:lnSpc>
                <a:spcPct val="3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Fully functional inventory system</a:t>
            </a:r>
          </a:p>
          <a:p>
            <a:pPr marL="342900" marR="0" lvl="0" indent="-342900" algn="l" defTabSz="914400" rtl="0" eaLnBrk="0" fontAlgn="base" latinLnBrk="0" hangingPunct="0">
              <a:lnSpc>
                <a:spcPct val="3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Improves efficiency &amp; control</a:t>
            </a:r>
          </a:p>
          <a:p>
            <a:pPr marL="342900" marR="0" lvl="0" indent="-342900" algn="l" defTabSz="914400" rtl="0" eaLnBrk="0" fontAlgn="base" latinLnBrk="0" hangingPunct="0">
              <a:lnSpc>
                <a:spcPct val="3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User &amp; admin separation achieved</a:t>
            </a:r>
          </a:p>
          <a:p>
            <a:pPr marL="342900" marR="0" lvl="0" indent="-342900" algn="l" defTabSz="914400" rtl="0" eaLnBrk="0" fontAlgn="base" latinLnBrk="0" hangingPunct="0">
              <a:lnSpc>
                <a:spcPct val="3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Scalable for future upgrades</a:t>
            </a:r>
          </a:p>
          <a:p>
            <a:pPr marL="342900" marR="0" lvl="0" indent="-342900" algn="l" defTabSz="914400" rtl="0" eaLnBrk="0" fontAlgn="base" latinLnBrk="0" hangingPunct="0">
              <a:lnSpc>
                <a:spcPct val="3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Practical real-world application</a:t>
            </a:r>
          </a:p>
        </p:txBody>
      </p:sp>
      <p:pic>
        <p:nvPicPr>
          <p:cNvPr id="13" name="Picture 1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73478" y="658939"/>
            <a:ext cx="2713167" cy="2713167"/>
          </a:xfrm>
          <a:prstGeom prst="rect">
            <a:avLst/>
          </a:prstGeom>
        </p:spPr>
      </p:pic>
      <p:pic>
        <p:nvPicPr>
          <p:cNvPr id="14" name="Picture 13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68182" y="1235035"/>
            <a:ext cx="1594484" cy="1594484"/>
          </a:xfrm>
          <a:prstGeom prst="rect">
            <a:avLst/>
          </a:prstGeom>
        </p:spPr>
      </p:pic>
      <p:pic>
        <p:nvPicPr>
          <p:cNvPr id="16" name="Picture 15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46844" y="2796011"/>
            <a:ext cx="4254092" cy="42540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743450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1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4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12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100000">
              <a:schemeClr val="accent1">
                <a:lumMod val="5000"/>
                <a:lumOff val="95000"/>
              </a:schemeClr>
            </a:gs>
            <a:gs pos="28000">
              <a:srgbClr val="62CEF6"/>
            </a:gs>
            <a:gs pos="0">
              <a:srgbClr val="2190D2"/>
            </a:gs>
            <a:gs pos="80000">
              <a:srgbClr val="C5EDFC"/>
            </a:gs>
          </a:gsLst>
          <a:lin ang="5400000" scaled="1"/>
          <a:tileRect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09A8687-5CEB-ACF5-2DD1-8F82B6831B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034B3ACA-5864-2C97-EBBF-77765B23D367}"/>
              </a:ext>
            </a:extLst>
          </p:cNvPr>
          <p:cNvSpPr/>
          <p:nvPr/>
        </p:nvSpPr>
        <p:spPr>
          <a:xfrm>
            <a:off x="0" y="0"/>
            <a:ext cx="9272588" cy="328613"/>
          </a:xfrm>
          <a:prstGeom prst="rect">
            <a:avLst/>
          </a:prstGeom>
          <a:gradFill flip="none" rotWithShape="1">
            <a:gsLst>
              <a:gs pos="100000">
                <a:srgbClr val="2190D2"/>
              </a:gs>
              <a:gs pos="0">
                <a:srgbClr val="2695D5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88210F47-D633-4695-0756-C954D19D9D61}"/>
              </a:ext>
            </a:extLst>
          </p:cNvPr>
          <p:cNvGrpSpPr/>
          <p:nvPr/>
        </p:nvGrpSpPr>
        <p:grpSpPr>
          <a:xfrm>
            <a:off x="3343276" y="1885950"/>
            <a:ext cx="6143625" cy="1543050"/>
            <a:chOff x="3386138" y="1885950"/>
            <a:chExt cx="6143625" cy="1543050"/>
          </a:xfrm>
          <a:solidFill>
            <a:srgbClr val="BBEAFB"/>
          </a:solidFill>
        </p:grpSpPr>
        <p:sp>
          <p:nvSpPr>
            <p:cNvPr id="14" name="Arrow: Pentagon 13">
              <a:extLst>
                <a:ext uri="{FF2B5EF4-FFF2-40B4-BE49-F238E27FC236}">
                  <a16:creationId xmlns:a16="http://schemas.microsoft.com/office/drawing/2014/main" id="{FEA69699-F310-A946-AC29-54985B8CA914}"/>
                </a:ext>
              </a:extLst>
            </p:cNvPr>
            <p:cNvSpPr/>
            <p:nvPr/>
          </p:nvSpPr>
          <p:spPr>
            <a:xfrm>
              <a:off x="3386138" y="1885950"/>
              <a:ext cx="6143625" cy="1543050"/>
            </a:xfrm>
            <a:prstGeom prst="homePlate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8B677EC5-FC61-A683-24EF-79FE0348370C}"/>
                </a:ext>
              </a:extLst>
            </p:cNvPr>
            <p:cNvSpPr txBox="1"/>
            <p:nvPr/>
          </p:nvSpPr>
          <p:spPr>
            <a:xfrm>
              <a:off x="3800475" y="2057310"/>
              <a:ext cx="4986337" cy="1200329"/>
            </a:xfrm>
            <a:prstGeom prst="rect">
              <a:avLst/>
            </a:prstGeom>
            <a:grpFill/>
          </p:spPr>
          <p:txBody>
            <a:bodyPr wrap="square" rtlCol="0">
              <a:spAutoFit/>
            </a:bodyPr>
            <a:lstStyle/>
            <a:p>
              <a:r>
                <a:rPr lang="en-US" sz="7200" b="1" dirty="0">
                  <a:solidFill>
                    <a:srgbClr val="002060"/>
                  </a:solidFill>
                </a:rPr>
                <a:t>THANK YOU</a:t>
              </a:r>
            </a:p>
          </p:txBody>
        </p:sp>
      </p:grp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5A8673E4-9A02-9259-26D9-38FBF5B898EB}"/>
              </a:ext>
            </a:extLst>
          </p:cNvPr>
          <p:cNvCxnSpPr/>
          <p:nvPr/>
        </p:nvCxnSpPr>
        <p:spPr>
          <a:xfrm>
            <a:off x="3343276" y="3929063"/>
            <a:ext cx="5400674" cy="0"/>
          </a:xfrm>
          <a:prstGeom prst="line">
            <a:avLst/>
          </a:prstGeom>
          <a:ln w="7620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19" name="Oval 18">
            <a:extLst>
              <a:ext uri="{FF2B5EF4-FFF2-40B4-BE49-F238E27FC236}">
                <a16:creationId xmlns:a16="http://schemas.microsoft.com/office/drawing/2014/main" id="{C69B0B2B-1156-8206-0D9B-48B5B55A2ED9}"/>
              </a:ext>
            </a:extLst>
          </p:cNvPr>
          <p:cNvSpPr/>
          <p:nvPr/>
        </p:nvSpPr>
        <p:spPr>
          <a:xfrm>
            <a:off x="3357563" y="3757614"/>
            <a:ext cx="400050" cy="342898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7356BBCF-972F-454B-4CF4-766C8D6E3AA8}"/>
              </a:ext>
            </a:extLst>
          </p:cNvPr>
          <p:cNvSpPr/>
          <p:nvPr/>
        </p:nvSpPr>
        <p:spPr>
          <a:xfrm>
            <a:off x="8343900" y="3757614"/>
            <a:ext cx="400050" cy="342898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F592C34E-B09B-8C99-0D37-581B68DF7035}"/>
              </a:ext>
            </a:extLst>
          </p:cNvPr>
          <p:cNvSpPr/>
          <p:nvPr/>
        </p:nvSpPr>
        <p:spPr>
          <a:xfrm>
            <a:off x="5895975" y="3757614"/>
            <a:ext cx="400050" cy="342898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322409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1728</TotalTime>
  <Words>255</Words>
  <Application>Microsoft Office PowerPoint</Application>
  <PresentationFormat>Widescreen</PresentationFormat>
  <Paragraphs>95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20" baseType="lpstr">
      <vt:lpstr>Anton</vt:lpstr>
      <vt:lpstr>Arial</vt:lpstr>
      <vt:lpstr>Calibri</vt:lpstr>
      <vt:lpstr>Calibri Light</vt:lpstr>
      <vt:lpstr>Open sauce</vt:lpstr>
      <vt:lpstr>Open sauce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Wasif Ali</dc:creator>
  <cp:lastModifiedBy>Wasif Ali</cp:lastModifiedBy>
  <cp:revision>33</cp:revision>
  <dcterms:created xsi:type="dcterms:W3CDTF">2025-05-31T20:40:21Z</dcterms:created>
  <dcterms:modified xsi:type="dcterms:W3CDTF">2025-12-27T17:10:39Z</dcterms:modified>
</cp:coreProperties>
</file>